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6" r:id="rId2"/>
    <p:sldId id="261" r:id="rId3"/>
    <p:sldId id="267" r:id="rId4"/>
    <p:sldId id="268" r:id="rId5"/>
    <p:sldId id="27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118FB6-A17C-45FA-A8CD-15E96714EC2C}" v="19" dt="2024-07-28T11:58:34.4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mbou Serge" userId="a47b8b402abeef11" providerId="LiveId" clId="{7C118FB6-A17C-45FA-A8CD-15E96714EC2C}"/>
    <pc:docChg chg="undo redo custSel addSld delSld modSld sldOrd">
      <pc:chgData name="Zambou Serge" userId="a47b8b402abeef11" providerId="LiveId" clId="{7C118FB6-A17C-45FA-A8CD-15E96714EC2C}" dt="2024-07-28T12:06:06.523" v="1208" actId="14100"/>
      <pc:docMkLst>
        <pc:docMk/>
      </pc:docMkLst>
      <pc:sldChg chg="del">
        <pc:chgData name="Zambou Serge" userId="a47b8b402abeef11" providerId="LiveId" clId="{7C118FB6-A17C-45FA-A8CD-15E96714EC2C}" dt="2024-07-28T10:57:32.336" v="0" actId="47"/>
        <pc:sldMkLst>
          <pc:docMk/>
          <pc:sldMk cId="3192646336" sldId="256"/>
        </pc:sldMkLst>
      </pc:sldChg>
      <pc:sldChg chg="del">
        <pc:chgData name="Zambou Serge" userId="a47b8b402abeef11" providerId="LiveId" clId="{7C118FB6-A17C-45FA-A8CD-15E96714EC2C}" dt="2024-07-28T10:57:32.615" v="1" actId="47"/>
        <pc:sldMkLst>
          <pc:docMk/>
          <pc:sldMk cId="2043500568" sldId="257"/>
        </pc:sldMkLst>
      </pc:sldChg>
      <pc:sldChg chg="del">
        <pc:chgData name="Zambou Serge" userId="a47b8b402abeef11" providerId="LiveId" clId="{7C118FB6-A17C-45FA-A8CD-15E96714EC2C}" dt="2024-07-28T10:57:32.976" v="2" actId="47"/>
        <pc:sldMkLst>
          <pc:docMk/>
          <pc:sldMk cId="2588269734" sldId="258"/>
        </pc:sldMkLst>
      </pc:sldChg>
      <pc:sldChg chg="del">
        <pc:chgData name="Zambou Serge" userId="a47b8b402abeef11" providerId="LiveId" clId="{7C118FB6-A17C-45FA-A8CD-15E96714EC2C}" dt="2024-07-28T10:57:34.474" v="3" actId="47"/>
        <pc:sldMkLst>
          <pc:docMk/>
          <pc:sldMk cId="865913455" sldId="259"/>
        </pc:sldMkLst>
      </pc:sldChg>
      <pc:sldChg chg="del">
        <pc:chgData name="Zambou Serge" userId="a47b8b402abeef11" providerId="LiveId" clId="{7C118FB6-A17C-45FA-A8CD-15E96714EC2C}" dt="2024-07-28T10:57:34.935" v="4" actId="47"/>
        <pc:sldMkLst>
          <pc:docMk/>
          <pc:sldMk cId="3305382558" sldId="260"/>
        </pc:sldMkLst>
      </pc:sldChg>
      <pc:sldChg chg="modSp mod">
        <pc:chgData name="Zambou Serge" userId="a47b8b402abeef11" providerId="LiveId" clId="{7C118FB6-A17C-45FA-A8CD-15E96714EC2C}" dt="2024-07-28T11:09:34.227" v="199" actId="1076"/>
        <pc:sldMkLst>
          <pc:docMk/>
          <pc:sldMk cId="4023598030" sldId="261"/>
        </pc:sldMkLst>
        <pc:spChg chg="mod">
          <ac:chgData name="Zambou Serge" userId="a47b8b402abeef11" providerId="LiveId" clId="{7C118FB6-A17C-45FA-A8CD-15E96714EC2C}" dt="2024-07-28T11:09:34.227" v="199" actId="1076"/>
          <ac:spMkLst>
            <pc:docMk/>
            <pc:sldMk cId="4023598030" sldId="261"/>
            <ac:spMk id="3" creationId="{A0209BA5-CD19-4431-9704-7382FB0B6B36}"/>
          </ac:spMkLst>
        </pc:spChg>
        <pc:spChg chg="mod">
          <ac:chgData name="Zambou Serge" userId="a47b8b402abeef11" providerId="LiveId" clId="{7C118FB6-A17C-45FA-A8CD-15E96714EC2C}" dt="2024-07-28T11:09:27.142" v="198" actId="1076"/>
          <ac:spMkLst>
            <pc:docMk/>
            <pc:sldMk cId="4023598030" sldId="261"/>
            <ac:spMk id="41" creationId="{9806C72F-4E6A-4A37-8970-9346E60A23F5}"/>
          </ac:spMkLst>
        </pc:spChg>
      </pc:sldChg>
      <pc:sldChg chg="del">
        <pc:chgData name="Zambou Serge" userId="a47b8b402abeef11" providerId="LiveId" clId="{7C118FB6-A17C-45FA-A8CD-15E96714EC2C}" dt="2024-07-28T10:57:48.116" v="5" actId="47"/>
        <pc:sldMkLst>
          <pc:docMk/>
          <pc:sldMk cId="3232835250" sldId="262"/>
        </pc:sldMkLst>
      </pc:sldChg>
      <pc:sldChg chg="del">
        <pc:chgData name="Zambou Serge" userId="a47b8b402abeef11" providerId="LiveId" clId="{7C118FB6-A17C-45FA-A8CD-15E96714EC2C}" dt="2024-07-28T10:57:51.378" v="6" actId="47"/>
        <pc:sldMkLst>
          <pc:docMk/>
          <pc:sldMk cId="3235288566" sldId="263"/>
        </pc:sldMkLst>
      </pc:sldChg>
      <pc:sldChg chg="del">
        <pc:chgData name="Zambou Serge" userId="a47b8b402abeef11" providerId="LiveId" clId="{7C118FB6-A17C-45FA-A8CD-15E96714EC2C}" dt="2024-07-28T10:57:53.799" v="7" actId="47"/>
        <pc:sldMkLst>
          <pc:docMk/>
          <pc:sldMk cId="1052524640" sldId="264"/>
        </pc:sldMkLst>
      </pc:sldChg>
      <pc:sldChg chg="del">
        <pc:chgData name="Zambou Serge" userId="a47b8b402abeef11" providerId="LiveId" clId="{7C118FB6-A17C-45FA-A8CD-15E96714EC2C}" dt="2024-07-28T10:57:59.016" v="8" actId="47"/>
        <pc:sldMkLst>
          <pc:docMk/>
          <pc:sldMk cId="3124842406" sldId="265"/>
        </pc:sldMkLst>
      </pc:sldChg>
      <pc:sldChg chg="ord">
        <pc:chgData name="Zambou Serge" userId="a47b8b402abeef11" providerId="LiveId" clId="{7C118FB6-A17C-45FA-A8CD-15E96714EC2C}" dt="2024-07-28T10:58:02.385" v="10"/>
        <pc:sldMkLst>
          <pc:docMk/>
          <pc:sldMk cId="3932460354" sldId="266"/>
        </pc:sldMkLst>
      </pc:sldChg>
      <pc:sldChg chg="modSp mod">
        <pc:chgData name="Zambou Serge" userId="a47b8b402abeef11" providerId="LiveId" clId="{7C118FB6-A17C-45FA-A8CD-15E96714EC2C}" dt="2024-07-28T11:10:38.894" v="257" actId="20577"/>
        <pc:sldMkLst>
          <pc:docMk/>
          <pc:sldMk cId="2136631917" sldId="267"/>
        </pc:sldMkLst>
        <pc:spChg chg="mod">
          <ac:chgData name="Zambou Serge" userId="a47b8b402abeef11" providerId="LiveId" clId="{7C118FB6-A17C-45FA-A8CD-15E96714EC2C}" dt="2024-07-28T11:10:38.894" v="257" actId="20577"/>
          <ac:spMkLst>
            <pc:docMk/>
            <pc:sldMk cId="2136631917" sldId="267"/>
            <ac:spMk id="2" creationId="{00000000-0000-0000-0000-000000000000}"/>
          </ac:spMkLst>
        </pc:spChg>
      </pc:sldChg>
      <pc:sldChg chg="addSp delSp modSp mod">
        <pc:chgData name="Zambou Serge" userId="a47b8b402abeef11" providerId="LiveId" clId="{7C118FB6-A17C-45FA-A8CD-15E96714EC2C}" dt="2024-07-28T12:06:06.523" v="1208" actId="14100"/>
        <pc:sldMkLst>
          <pc:docMk/>
          <pc:sldMk cId="2855298503" sldId="268"/>
        </pc:sldMkLst>
        <pc:spChg chg="mod">
          <ac:chgData name="Zambou Serge" userId="a47b8b402abeef11" providerId="LiveId" clId="{7C118FB6-A17C-45FA-A8CD-15E96714EC2C}" dt="2024-07-28T11:54:07.756" v="839" actId="790"/>
          <ac:spMkLst>
            <pc:docMk/>
            <pc:sldMk cId="2855298503" sldId="268"/>
            <ac:spMk id="2" creationId="{00000000-0000-0000-0000-000000000000}"/>
          </ac:spMkLst>
        </pc:spChg>
        <pc:spChg chg="del mod">
          <ac:chgData name="Zambou Serge" userId="a47b8b402abeef11" providerId="LiveId" clId="{7C118FB6-A17C-45FA-A8CD-15E96714EC2C}" dt="2024-07-28T11:44:33.408" v="748" actId="478"/>
          <ac:spMkLst>
            <pc:docMk/>
            <pc:sldMk cId="2855298503" sldId="268"/>
            <ac:spMk id="3" creationId="{00000000-0000-0000-0000-000000000000}"/>
          </ac:spMkLst>
        </pc:spChg>
        <pc:spChg chg="add del mod">
          <ac:chgData name="Zambou Serge" userId="a47b8b402abeef11" providerId="LiveId" clId="{7C118FB6-A17C-45FA-A8CD-15E96714EC2C}" dt="2024-07-28T11:31:11.340" v="306" actId="478"/>
          <ac:spMkLst>
            <pc:docMk/>
            <pc:sldMk cId="2855298503" sldId="268"/>
            <ac:spMk id="4" creationId="{38CC418C-A36B-5BB0-8F5C-B7D14C81FF17}"/>
          </ac:spMkLst>
        </pc:spChg>
        <pc:spChg chg="add del mod">
          <ac:chgData name="Zambou Serge" userId="a47b8b402abeef11" providerId="LiveId" clId="{7C118FB6-A17C-45FA-A8CD-15E96714EC2C}" dt="2024-07-28T11:31:11.905" v="307" actId="478"/>
          <ac:spMkLst>
            <pc:docMk/>
            <pc:sldMk cId="2855298503" sldId="268"/>
            <ac:spMk id="5" creationId="{AC1208AE-161D-489B-EE92-E5EE9F201523}"/>
          </ac:spMkLst>
        </pc:spChg>
        <pc:spChg chg="add del mod">
          <ac:chgData name="Zambou Serge" userId="a47b8b402abeef11" providerId="LiveId" clId="{7C118FB6-A17C-45FA-A8CD-15E96714EC2C}" dt="2024-07-28T11:31:10.633" v="304" actId="478"/>
          <ac:spMkLst>
            <pc:docMk/>
            <pc:sldMk cId="2855298503" sldId="268"/>
            <ac:spMk id="6" creationId="{81DE9B55-D13A-8CCC-673F-F882B64705DF}"/>
          </ac:spMkLst>
        </pc:spChg>
        <pc:spChg chg="add del mod">
          <ac:chgData name="Zambou Serge" userId="a47b8b402abeef11" providerId="LiveId" clId="{7C118FB6-A17C-45FA-A8CD-15E96714EC2C}" dt="2024-07-28T11:31:12.581" v="308" actId="478"/>
          <ac:spMkLst>
            <pc:docMk/>
            <pc:sldMk cId="2855298503" sldId="268"/>
            <ac:spMk id="7" creationId="{42A4C28E-55AF-00F7-2E96-E9EA2B1D2494}"/>
          </ac:spMkLst>
        </pc:spChg>
        <pc:spChg chg="add mod">
          <ac:chgData name="Zambou Serge" userId="a47b8b402abeef11" providerId="LiveId" clId="{7C118FB6-A17C-45FA-A8CD-15E96714EC2C}" dt="2024-07-28T11:54:07.756" v="839" actId="790"/>
          <ac:spMkLst>
            <pc:docMk/>
            <pc:sldMk cId="2855298503" sldId="268"/>
            <ac:spMk id="8" creationId="{B3CC3E24-7B43-D72C-8F62-C2DB029A3828}"/>
          </ac:spMkLst>
        </pc:spChg>
        <pc:spChg chg="add mod">
          <ac:chgData name="Zambou Serge" userId="a47b8b402abeef11" providerId="LiveId" clId="{7C118FB6-A17C-45FA-A8CD-15E96714EC2C}" dt="2024-07-28T11:54:07.756" v="839" actId="790"/>
          <ac:spMkLst>
            <pc:docMk/>
            <pc:sldMk cId="2855298503" sldId="268"/>
            <ac:spMk id="30" creationId="{FE600DAE-4900-7052-5935-8ABBC118EF79}"/>
          </ac:spMkLst>
        </pc:spChg>
        <pc:spChg chg="add mod">
          <ac:chgData name="Zambou Serge" userId="a47b8b402abeef11" providerId="LiveId" clId="{7C118FB6-A17C-45FA-A8CD-15E96714EC2C}" dt="2024-07-28T12:05:57.433" v="1206" actId="1076"/>
          <ac:spMkLst>
            <pc:docMk/>
            <pc:sldMk cId="2855298503" sldId="268"/>
            <ac:spMk id="31" creationId="{F4BBE46C-64BD-990E-F7D8-98EED5A56BCB}"/>
          </ac:spMkLst>
        </pc:spChg>
        <pc:spChg chg="add mod">
          <ac:chgData name="Zambou Serge" userId="a47b8b402abeef11" providerId="LiveId" clId="{7C118FB6-A17C-45FA-A8CD-15E96714EC2C}" dt="2024-07-28T11:54:07.756" v="839" actId="790"/>
          <ac:spMkLst>
            <pc:docMk/>
            <pc:sldMk cId="2855298503" sldId="268"/>
            <ac:spMk id="32" creationId="{DB13C930-10C4-85FC-0EB9-2080F2116A9F}"/>
          </ac:spMkLst>
        </pc:spChg>
        <pc:spChg chg="add mod">
          <ac:chgData name="Zambou Serge" userId="a47b8b402abeef11" providerId="LiveId" clId="{7C118FB6-A17C-45FA-A8CD-15E96714EC2C}" dt="2024-07-28T12:06:01.475" v="1207" actId="1076"/>
          <ac:spMkLst>
            <pc:docMk/>
            <pc:sldMk cId="2855298503" sldId="268"/>
            <ac:spMk id="33" creationId="{EB7E32FD-33E5-9C2C-885D-6D0842C8DE32}"/>
          </ac:spMkLst>
        </pc:spChg>
        <pc:spChg chg="add mod">
          <ac:chgData name="Zambou Serge" userId="a47b8b402abeef11" providerId="LiveId" clId="{7C118FB6-A17C-45FA-A8CD-15E96714EC2C}" dt="2024-07-28T11:54:07.756" v="839" actId="790"/>
          <ac:spMkLst>
            <pc:docMk/>
            <pc:sldMk cId="2855298503" sldId="268"/>
            <ac:spMk id="34" creationId="{5E4267A3-2DC6-4D56-B506-A0506AA3E6F4}"/>
          </ac:spMkLst>
        </pc:spChg>
        <pc:spChg chg="add mod">
          <ac:chgData name="Zambou Serge" userId="a47b8b402abeef11" providerId="LiveId" clId="{7C118FB6-A17C-45FA-A8CD-15E96714EC2C}" dt="2024-07-28T11:54:07.756" v="839" actId="790"/>
          <ac:spMkLst>
            <pc:docMk/>
            <pc:sldMk cId="2855298503" sldId="268"/>
            <ac:spMk id="35" creationId="{967FCC58-9E08-32AA-1E4D-CBDBE3D515FA}"/>
          </ac:spMkLst>
        </pc:spChg>
        <pc:spChg chg="add mod">
          <ac:chgData name="Zambou Serge" userId="a47b8b402abeef11" providerId="LiveId" clId="{7C118FB6-A17C-45FA-A8CD-15E96714EC2C}" dt="2024-07-28T12:05:47.914" v="1204" actId="1076"/>
          <ac:spMkLst>
            <pc:docMk/>
            <pc:sldMk cId="2855298503" sldId="268"/>
            <ac:spMk id="39" creationId="{033F7AFF-5745-AE50-1304-3572C87F5114}"/>
          </ac:spMkLst>
        </pc:spChg>
        <pc:spChg chg="add mod">
          <ac:chgData name="Zambou Serge" userId="a47b8b402abeef11" providerId="LiveId" clId="{7C118FB6-A17C-45FA-A8CD-15E96714EC2C}" dt="2024-07-28T12:05:50.899" v="1205" actId="1076"/>
          <ac:spMkLst>
            <pc:docMk/>
            <pc:sldMk cId="2855298503" sldId="268"/>
            <ac:spMk id="42" creationId="{90AD64EC-A287-973D-20EA-F14F2CF271FE}"/>
          </ac:spMkLst>
        </pc:spChg>
        <pc:cxnChg chg="add mod">
          <ac:chgData name="Zambou Serge" userId="a47b8b402abeef11" providerId="LiveId" clId="{7C118FB6-A17C-45FA-A8CD-15E96714EC2C}" dt="2024-07-28T11:31:36.097" v="316" actId="14100"/>
          <ac:cxnSpMkLst>
            <pc:docMk/>
            <pc:sldMk cId="2855298503" sldId="268"/>
            <ac:cxnSpMk id="10" creationId="{0A7EB696-6B3D-ED90-9597-2009C271493A}"/>
          </ac:cxnSpMkLst>
        </pc:cxnChg>
        <pc:cxnChg chg="add mod">
          <ac:chgData name="Zambou Serge" userId="a47b8b402abeef11" providerId="LiveId" clId="{7C118FB6-A17C-45FA-A8CD-15E96714EC2C}" dt="2024-07-28T11:32:02.686" v="322" actId="14100"/>
          <ac:cxnSpMkLst>
            <pc:docMk/>
            <pc:sldMk cId="2855298503" sldId="268"/>
            <ac:cxnSpMk id="14" creationId="{6678B4ED-54A8-2F24-158E-C4F201AA6D2F}"/>
          </ac:cxnSpMkLst>
        </pc:cxnChg>
        <pc:cxnChg chg="add mod">
          <ac:chgData name="Zambou Serge" userId="a47b8b402abeef11" providerId="LiveId" clId="{7C118FB6-A17C-45FA-A8CD-15E96714EC2C}" dt="2024-07-28T11:32:27.143" v="327" actId="14100"/>
          <ac:cxnSpMkLst>
            <pc:docMk/>
            <pc:sldMk cId="2855298503" sldId="268"/>
            <ac:cxnSpMk id="18" creationId="{FA933204-E7E1-1664-C3EF-37B83CF00CD8}"/>
          </ac:cxnSpMkLst>
        </pc:cxnChg>
        <pc:cxnChg chg="add mod">
          <ac:chgData name="Zambou Serge" userId="a47b8b402abeef11" providerId="LiveId" clId="{7C118FB6-A17C-45FA-A8CD-15E96714EC2C}" dt="2024-07-28T12:06:06.523" v="1208" actId="14100"/>
          <ac:cxnSpMkLst>
            <pc:docMk/>
            <pc:sldMk cId="2855298503" sldId="268"/>
            <ac:cxnSpMk id="23" creationId="{A510B023-905E-8AF8-99EA-30244624D405}"/>
          </ac:cxnSpMkLst>
        </pc:cxnChg>
        <pc:cxnChg chg="add mod">
          <ac:chgData name="Zambou Serge" userId="a47b8b402abeef11" providerId="LiveId" clId="{7C118FB6-A17C-45FA-A8CD-15E96714EC2C}" dt="2024-07-28T12:04:50.650" v="1193" actId="208"/>
          <ac:cxnSpMkLst>
            <pc:docMk/>
            <pc:sldMk cId="2855298503" sldId="268"/>
            <ac:cxnSpMk id="36" creationId="{5B58F6BE-5E8E-D9CE-5FF7-3DDA453CB088}"/>
          </ac:cxnSpMkLst>
        </pc:cxnChg>
        <pc:cxnChg chg="add mod">
          <ac:chgData name="Zambou Serge" userId="a47b8b402abeef11" providerId="LiveId" clId="{7C118FB6-A17C-45FA-A8CD-15E96714EC2C}" dt="2024-07-28T12:04:50.650" v="1193" actId="208"/>
          <ac:cxnSpMkLst>
            <pc:docMk/>
            <pc:sldMk cId="2855298503" sldId="268"/>
            <ac:cxnSpMk id="40" creationId="{5ADDCFFD-9F8D-B5B7-6A76-1E0A6709E20A}"/>
          </ac:cxnSpMkLst>
        </pc:cxnChg>
        <pc:cxnChg chg="add mod">
          <ac:chgData name="Zambou Serge" userId="a47b8b402abeef11" providerId="LiveId" clId="{7C118FB6-A17C-45FA-A8CD-15E96714EC2C}" dt="2024-07-28T12:04:50.650" v="1193" actId="208"/>
          <ac:cxnSpMkLst>
            <pc:docMk/>
            <pc:sldMk cId="2855298503" sldId="268"/>
            <ac:cxnSpMk id="41" creationId="{E10D322E-4E72-41A2-4001-77287CC84D6B}"/>
          </ac:cxnSpMkLst>
        </pc:cxnChg>
      </pc:sldChg>
      <pc:sldChg chg="del">
        <pc:chgData name="Zambou Serge" userId="a47b8b402abeef11" providerId="LiveId" clId="{7C118FB6-A17C-45FA-A8CD-15E96714EC2C}" dt="2024-07-28T11:49:35.066" v="794" actId="47"/>
        <pc:sldMkLst>
          <pc:docMk/>
          <pc:sldMk cId="2636382981" sldId="269"/>
        </pc:sldMkLst>
      </pc:sldChg>
      <pc:sldChg chg="modSp add del mod">
        <pc:chgData name="Zambou Serge" userId="a47b8b402abeef11" providerId="LiveId" clId="{7C118FB6-A17C-45FA-A8CD-15E96714EC2C}" dt="2024-07-28T11:53:06.789" v="836" actId="313"/>
        <pc:sldMkLst>
          <pc:docMk/>
          <pc:sldMk cId="2253378059" sldId="270"/>
        </pc:sldMkLst>
        <pc:spChg chg="mod">
          <ac:chgData name="Zambou Serge" userId="a47b8b402abeef11" providerId="LiveId" clId="{7C118FB6-A17C-45FA-A8CD-15E96714EC2C}" dt="2024-07-28T11:52:48.380" v="831" actId="790"/>
          <ac:spMkLst>
            <pc:docMk/>
            <pc:sldMk cId="2253378059" sldId="270"/>
            <ac:spMk id="2" creationId="{00000000-0000-0000-0000-000000000000}"/>
          </ac:spMkLst>
        </pc:spChg>
        <pc:spChg chg="mod">
          <ac:chgData name="Zambou Serge" userId="a47b8b402abeef11" providerId="LiveId" clId="{7C118FB6-A17C-45FA-A8CD-15E96714EC2C}" dt="2024-07-28T11:53:06.789" v="836" actId="313"/>
          <ac:spMkLst>
            <pc:docMk/>
            <pc:sldMk cId="2253378059" sldId="270"/>
            <ac:spMk id="3" creationId="{00000000-0000-0000-0000-000000000000}"/>
          </ac:spMkLst>
        </pc:spChg>
      </pc:sldChg>
      <pc:sldChg chg="modSp del mod">
        <pc:chgData name="Zambou Serge" userId="a47b8b402abeef11" providerId="LiveId" clId="{7C118FB6-A17C-45FA-A8CD-15E96714EC2C}" dt="2024-07-28T11:50:40.126" v="797" actId="47"/>
        <pc:sldMkLst>
          <pc:docMk/>
          <pc:sldMk cId="1901256316" sldId="271"/>
        </pc:sldMkLst>
        <pc:graphicFrameChg chg="mod">
          <ac:chgData name="Zambou Serge" userId="a47b8b402abeef11" providerId="LiveId" clId="{7C118FB6-A17C-45FA-A8CD-15E96714EC2C}" dt="2024-07-28T11:50:37.154" v="796" actId="20577"/>
          <ac:graphicFrameMkLst>
            <pc:docMk/>
            <pc:sldMk cId="1901256316" sldId="271"/>
            <ac:graphicFrameMk id="3" creationId="{4A69A4E1-5F65-420E-9987-C895F5CC4726}"/>
          </ac:graphicFrameMkLst>
        </pc:graphicFrameChg>
      </pc:sldChg>
      <pc:sldChg chg="del">
        <pc:chgData name="Zambou Serge" userId="a47b8b402abeef11" providerId="LiveId" clId="{7C118FB6-A17C-45FA-A8CD-15E96714EC2C}" dt="2024-07-28T11:50:42.113" v="798" actId="47"/>
        <pc:sldMkLst>
          <pc:docMk/>
          <pc:sldMk cId="4123026808" sldId="272"/>
        </pc:sldMkLst>
      </pc:sldChg>
      <pc:sldChg chg="del">
        <pc:chgData name="Zambou Serge" userId="a47b8b402abeef11" providerId="LiveId" clId="{7C118FB6-A17C-45FA-A8CD-15E96714EC2C}" dt="2024-07-28T11:50:45.333" v="799" actId="47"/>
        <pc:sldMkLst>
          <pc:docMk/>
          <pc:sldMk cId="3237371973" sldId="273"/>
        </pc:sldMkLst>
      </pc:sldChg>
      <pc:sldChg chg="del">
        <pc:chgData name="Zambou Serge" userId="a47b8b402abeef11" providerId="LiveId" clId="{7C118FB6-A17C-45FA-A8CD-15E96714EC2C}" dt="2024-07-28T11:51:06.260" v="803" actId="47"/>
        <pc:sldMkLst>
          <pc:docMk/>
          <pc:sldMk cId="3395582635" sldId="274"/>
        </pc:sldMkLst>
      </pc:sldChg>
      <pc:sldChg chg="del">
        <pc:chgData name="Zambou Serge" userId="a47b8b402abeef11" providerId="LiveId" clId="{7C118FB6-A17C-45FA-A8CD-15E96714EC2C}" dt="2024-07-28T11:51:07.744" v="804" actId="47"/>
        <pc:sldMkLst>
          <pc:docMk/>
          <pc:sldMk cId="618506916" sldId="275"/>
        </pc:sldMkLst>
      </pc:sldChg>
      <pc:sldChg chg="del">
        <pc:chgData name="Zambou Serge" userId="a47b8b402abeef11" providerId="LiveId" clId="{7C118FB6-A17C-45FA-A8CD-15E96714EC2C}" dt="2024-07-28T11:51:09.290" v="805" actId="47"/>
        <pc:sldMkLst>
          <pc:docMk/>
          <pc:sldMk cId="4257798652" sldId="277"/>
        </pc:sldMkLst>
      </pc:sldChg>
      <pc:sldChg chg="del">
        <pc:chgData name="Zambou Serge" userId="a47b8b402abeef11" providerId="LiveId" clId="{7C118FB6-A17C-45FA-A8CD-15E96714EC2C}" dt="2024-07-28T11:51:11.747" v="806" actId="47"/>
        <pc:sldMkLst>
          <pc:docMk/>
          <pc:sldMk cId="3976105775" sldId="278"/>
        </pc:sldMkLst>
      </pc:sldChg>
      <pc:sldChg chg="del">
        <pc:chgData name="Zambou Serge" userId="a47b8b402abeef11" providerId="LiveId" clId="{7C118FB6-A17C-45FA-A8CD-15E96714EC2C}" dt="2024-07-28T11:51:13.351" v="807" actId="47"/>
        <pc:sldMkLst>
          <pc:docMk/>
          <pc:sldMk cId="4146425348" sldId="279"/>
        </pc:sldMkLst>
      </pc:sldChg>
      <pc:sldChg chg="del">
        <pc:chgData name="Zambou Serge" userId="a47b8b402abeef11" providerId="LiveId" clId="{7C118FB6-A17C-45FA-A8CD-15E96714EC2C}" dt="2024-07-28T11:51:39.723" v="818" actId="47"/>
        <pc:sldMkLst>
          <pc:docMk/>
          <pc:sldMk cId="3224200373" sldId="280"/>
        </pc:sldMkLst>
      </pc:sldChg>
      <pc:sldChg chg="del">
        <pc:chgData name="Zambou Serge" userId="a47b8b402abeef11" providerId="LiveId" clId="{7C118FB6-A17C-45FA-A8CD-15E96714EC2C}" dt="2024-07-28T11:51:42.372" v="819" actId="47"/>
        <pc:sldMkLst>
          <pc:docMk/>
          <pc:sldMk cId="3001390502" sldId="281"/>
        </pc:sldMkLst>
      </pc:sldChg>
      <pc:sldChg chg="del">
        <pc:chgData name="Zambou Serge" userId="a47b8b402abeef11" providerId="LiveId" clId="{7C118FB6-A17C-45FA-A8CD-15E96714EC2C}" dt="2024-07-28T11:51:44.407" v="820" actId="47"/>
        <pc:sldMkLst>
          <pc:docMk/>
          <pc:sldMk cId="4076207859" sldId="282"/>
        </pc:sldMkLst>
      </pc:sldChg>
      <pc:sldChg chg="del">
        <pc:chgData name="Zambou Serge" userId="a47b8b402abeef11" providerId="LiveId" clId="{7C118FB6-A17C-45FA-A8CD-15E96714EC2C}" dt="2024-07-28T11:51:47.043" v="821" actId="47"/>
        <pc:sldMkLst>
          <pc:docMk/>
          <pc:sldMk cId="141966581" sldId="283"/>
        </pc:sldMkLst>
      </pc:sldChg>
      <pc:sldChg chg="del">
        <pc:chgData name="Zambou Serge" userId="a47b8b402abeef11" providerId="LiveId" clId="{7C118FB6-A17C-45FA-A8CD-15E96714EC2C}" dt="2024-07-28T11:51:50.313" v="822" actId="47"/>
        <pc:sldMkLst>
          <pc:docMk/>
          <pc:sldMk cId="3547654889" sldId="284"/>
        </pc:sldMkLst>
      </pc:sldChg>
      <pc:sldChg chg="del">
        <pc:chgData name="Zambou Serge" userId="a47b8b402abeef11" providerId="LiveId" clId="{7C118FB6-A17C-45FA-A8CD-15E96714EC2C}" dt="2024-07-28T11:51:51.723" v="823" actId="47"/>
        <pc:sldMkLst>
          <pc:docMk/>
          <pc:sldMk cId="2118686890" sldId="285"/>
        </pc:sldMkLst>
      </pc:sldChg>
      <pc:sldChg chg="del">
        <pc:chgData name="Zambou Serge" userId="a47b8b402abeef11" providerId="LiveId" clId="{7C118FB6-A17C-45FA-A8CD-15E96714EC2C}" dt="2024-07-28T11:51:53.632" v="824" actId="47"/>
        <pc:sldMkLst>
          <pc:docMk/>
          <pc:sldMk cId="2803547214" sldId="286"/>
        </pc:sldMkLst>
      </pc:sldChg>
      <pc:sldChg chg="del">
        <pc:chgData name="Zambou Serge" userId="a47b8b402abeef11" providerId="LiveId" clId="{7C118FB6-A17C-45FA-A8CD-15E96714EC2C}" dt="2024-07-28T11:50:53.661" v="801" actId="47"/>
        <pc:sldMkLst>
          <pc:docMk/>
          <pc:sldMk cId="1827701081" sldId="287"/>
        </pc:sldMkLst>
      </pc:sldChg>
      <pc:sldChg chg="del">
        <pc:chgData name="Zambou Serge" userId="a47b8b402abeef11" providerId="LiveId" clId="{7C118FB6-A17C-45FA-A8CD-15E96714EC2C}" dt="2024-07-28T11:51:58.193" v="825" actId="47"/>
        <pc:sldMkLst>
          <pc:docMk/>
          <pc:sldMk cId="1475406035" sldId="288"/>
        </pc:sldMkLst>
      </pc:sldChg>
      <pc:sldChg chg="del">
        <pc:chgData name="Zambou Serge" userId="a47b8b402abeef11" providerId="LiveId" clId="{7C118FB6-A17C-45FA-A8CD-15E96714EC2C}" dt="2024-07-28T11:51:59.420" v="826" actId="47"/>
        <pc:sldMkLst>
          <pc:docMk/>
          <pc:sldMk cId="277706595" sldId="289"/>
        </pc:sldMkLst>
      </pc:sldChg>
      <pc:sldChg chg="del">
        <pc:chgData name="Zambou Serge" userId="a47b8b402abeef11" providerId="LiveId" clId="{7C118FB6-A17C-45FA-A8CD-15E96714EC2C}" dt="2024-07-28T11:52:01.387" v="827" actId="47"/>
        <pc:sldMkLst>
          <pc:docMk/>
          <pc:sldMk cId="504354640" sldId="290"/>
        </pc:sldMkLst>
      </pc:sldChg>
      <pc:sldChg chg="del">
        <pc:chgData name="Zambou Serge" userId="a47b8b402abeef11" providerId="LiveId" clId="{7C118FB6-A17C-45FA-A8CD-15E96714EC2C}" dt="2024-07-28T11:52:26.589" v="830" actId="47"/>
        <pc:sldMkLst>
          <pc:docMk/>
          <pc:sldMk cId="3484887529" sldId="291"/>
        </pc:sldMkLst>
      </pc:sldChg>
      <pc:sldChg chg="del">
        <pc:chgData name="Zambou Serge" userId="a47b8b402abeef11" providerId="LiveId" clId="{7C118FB6-A17C-45FA-A8CD-15E96714EC2C}" dt="2024-07-28T11:51:15.652" v="808" actId="47"/>
        <pc:sldMkLst>
          <pc:docMk/>
          <pc:sldMk cId="3050012126" sldId="292"/>
        </pc:sldMkLst>
      </pc:sldChg>
      <pc:sldChg chg="del">
        <pc:chgData name="Zambou Serge" userId="a47b8b402abeef11" providerId="LiveId" clId="{7C118FB6-A17C-45FA-A8CD-15E96714EC2C}" dt="2024-07-28T11:51:19.355" v="810" actId="47"/>
        <pc:sldMkLst>
          <pc:docMk/>
          <pc:sldMk cId="112687424" sldId="293"/>
        </pc:sldMkLst>
      </pc:sldChg>
      <pc:sldChg chg="del">
        <pc:chgData name="Zambou Serge" userId="a47b8b402abeef11" providerId="LiveId" clId="{7C118FB6-A17C-45FA-A8CD-15E96714EC2C}" dt="2024-07-28T11:51:22.724" v="812" actId="47"/>
        <pc:sldMkLst>
          <pc:docMk/>
          <pc:sldMk cId="1296720948" sldId="294"/>
        </pc:sldMkLst>
      </pc:sldChg>
      <pc:sldChg chg="del">
        <pc:chgData name="Zambou Serge" userId="a47b8b402abeef11" providerId="LiveId" clId="{7C118FB6-A17C-45FA-A8CD-15E96714EC2C}" dt="2024-07-28T11:51:30.953" v="813" actId="47"/>
        <pc:sldMkLst>
          <pc:docMk/>
          <pc:sldMk cId="2370323309" sldId="295"/>
        </pc:sldMkLst>
      </pc:sldChg>
      <pc:sldChg chg="del">
        <pc:chgData name="Zambou Serge" userId="a47b8b402abeef11" providerId="LiveId" clId="{7C118FB6-A17C-45FA-A8CD-15E96714EC2C}" dt="2024-07-28T11:51:34.333" v="815" actId="47"/>
        <pc:sldMkLst>
          <pc:docMk/>
          <pc:sldMk cId="4144162303" sldId="297"/>
        </pc:sldMkLst>
      </pc:sldChg>
      <pc:sldChg chg="del">
        <pc:chgData name="Zambou Serge" userId="a47b8b402abeef11" providerId="LiveId" clId="{7C118FB6-A17C-45FA-A8CD-15E96714EC2C}" dt="2024-07-28T11:51:36.010" v="816" actId="47"/>
        <pc:sldMkLst>
          <pc:docMk/>
          <pc:sldMk cId="354982048" sldId="298"/>
        </pc:sldMkLst>
      </pc:sldChg>
      <pc:sldChg chg="del">
        <pc:chgData name="Zambou Serge" userId="a47b8b402abeef11" providerId="LiveId" clId="{7C118FB6-A17C-45FA-A8CD-15E96714EC2C}" dt="2024-07-28T11:51:37.587" v="817" actId="47"/>
        <pc:sldMkLst>
          <pc:docMk/>
          <pc:sldMk cId="1293407506" sldId="299"/>
        </pc:sldMkLst>
      </pc:sldChg>
      <pc:sldChg chg="del">
        <pc:chgData name="Zambou Serge" userId="a47b8b402abeef11" providerId="LiveId" clId="{7C118FB6-A17C-45FA-A8CD-15E96714EC2C}" dt="2024-07-28T11:51:32.326" v="814" actId="47"/>
        <pc:sldMkLst>
          <pc:docMk/>
          <pc:sldMk cId="774353567" sldId="300"/>
        </pc:sldMkLst>
      </pc:sldChg>
      <pc:sldChg chg="del">
        <pc:chgData name="Zambou Serge" userId="a47b8b402abeef11" providerId="LiveId" clId="{7C118FB6-A17C-45FA-A8CD-15E96714EC2C}" dt="2024-07-28T11:50:47.162" v="800" actId="47"/>
        <pc:sldMkLst>
          <pc:docMk/>
          <pc:sldMk cId="1989687331" sldId="301"/>
        </pc:sldMkLst>
      </pc:sldChg>
      <pc:sldChg chg="del">
        <pc:chgData name="Zambou Serge" userId="a47b8b402abeef11" providerId="LiveId" clId="{7C118FB6-A17C-45FA-A8CD-15E96714EC2C}" dt="2024-07-28T11:51:17.917" v="809" actId="47"/>
        <pc:sldMkLst>
          <pc:docMk/>
          <pc:sldMk cId="517321608" sldId="302"/>
        </pc:sldMkLst>
      </pc:sldChg>
      <pc:sldChg chg="del">
        <pc:chgData name="Zambou Serge" userId="a47b8b402abeef11" providerId="LiveId" clId="{7C118FB6-A17C-45FA-A8CD-15E96714EC2C}" dt="2024-07-28T11:51:04.178" v="802" actId="47"/>
        <pc:sldMkLst>
          <pc:docMk/>
          <pc:sldMk cId="3998120819" sldId="303"/>
        </pc:sldMkLst>
      </pc:sldChg>
      <pc:sldChg chg="del">
        <pc:chgData name="Zambou Serge" userId="a47b8b402abeef11" providerId="LiveId" clId="{7C118FB6-A17C-45FA-A8CD-15E96714EC2C}" dt="2024-07-28T11:51:21.059" v="811" actId="47"/>
        <pc:sldMkLst>
          <pc:docMk/>
          <pc:sldMk cId="792359703" sldId="30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7/28/2024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7/28/2024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7/28/2024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7/28/2024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7/28/2024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7/28/2024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7/28/2024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7/28/2024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7/28/2024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7/28/2024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7/28/2024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7/28/2024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7/28/2024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7/28/2024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7/28/2024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7/28/2024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7/28/2024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7/28/2024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858DC8-FE2C-4249-AA65-FAAE899D6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619" y="680798"/>
            <a:ext cx="8761413" cy="1159932"/>
          </a:xfrm>
        </p:spPr>
        <p:txBody>
          <a:bodyPr/>
          <a:lstStyle/>
          <a:p>
            <a:r>
              <a:rPr lang="de-DE" dirty="0"/>
              <a:t>African Machinery Technologies</a:t>
            </a:r>
            <a:br>
              <a:rPr lang="de-DE" dirty="0"/>
            </a:b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engineering</a:t>
            </a:r>
            <a:endParaRPr lang="fr-B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209BA5-CD19-4431-9704-7382FB0B6B3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274619" y="3695750"/>
            <a:ext cx="9421090" cy="19014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4800" b="1" dirty="0" err="1"/>
              <a:t>Structuration</a:t>
            </a:r>
            <a:r>
              <a:rPr lang="de-DE" sz="4800" b="1" dirty="0"/>
              <a:t> </a:t>
            </a:r>
            <a:r>
              <a:rPr lang="de-DE" sz="4800" b="1" dirty="0" err="1"/>
              <a:t>of</a:t>
            </a:r>
            <a:r>
              <a:rPr lang="de-DE" sz="4800" b="1" dirty="0"/>
              <a:t> </a:t>
            </a:r>
            <a:r>
              <a:rPr lang="de-DE" sz="4800" b="1" dirty="0" err="1"/>
              <a:t>the</a:t>
            </a:r>
            <a:r>
              <a:rPr lang="de-DE" sz="4800" b="1" dirty="0"/>
              <a:t> </a:t>
            </a:r>
            <a:r>
              <a:rPr lang="de-DE" sz="4800" b="1" dirty="0" err="1"/>
              <a:t>enterprise</a:t>
            </a:r>
            <a:endParaRPr lang="de-DE" sz="4800" b="1" dirty="0"/>
          </a:p>
          <a:p>
            <a:pPr marL="0" indent="0">
              <a:buNone/>
            </a:pPr>
            <a:endParaRPr lang="fr-BE" sz="1600" dirty="0"/>
          </a:p>
        </p:txBody>
      </p:sp>
    </p:spTree>
    <p:extLst>
      <p:ext uri="{BB962C8B-B14F-4D97-AF65-F5344CB8AC3E}">
        <p14:creationId xmlns:p14="http://schemas.microsoft.com/office/powerpoint/2010/main" val="3932460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858DC8-FE2C-4249-AA65-FAAE899D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African Machinery Technologies</a:t>
            </a:r>
            <a:endParaRPr lang="fr-B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209BA5-CD19-4431-9704-7382FB0B6B3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38111" y="2437969"/>
            <a:ext cx="2599198" cy="470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u="sng" dirty="0"/>
              <a:t>Problem fields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9806C72F-4E6A-4A37-8970-9346E60A23F5}"/>
              </a:ext>
            </a:extLst>
          </p:cNvPr>
          <p:cNvSpPr/>
          <p:nvPr/>
        </p:nvSpPr>
        <p:spPr>
          <a:xfrm>
            <a:off x="1577724" y="2908644"/>
            <a:ext cx="9558977" cy="3917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The Cameroonian (or in general the main part of Africa) market presents :</a:t>
            </a:r>
          </a:p>
          <a:p>
            <a:r>
              <a:rPr lang="en-US" b="1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Lack in the use of self developed automatized tooling in all industry sectors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Lack of energy production particularly in campaign regions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Lack in the agro-transformation from primary sector to the secondary sector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Lack in education systems: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more in domain expertise than broaden cross domain-competence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more on theory than practice cause of lack of educational infrastructures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Lack in the security and safety of infrastructures, workers and machines.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598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6145" y="1487055"/>
            <a:ext cx="9485745" cy="2790323"/>
          </a:xfrm>
        </p:spPr>
        <p:txBody>
          <a:bodyPr/>
          <a:lstStyle/>
          <a:p>
            <a:pPr algn="ctr"/>
            <a:r>
              <a:rPr lang="de-DE" sz="6000" dirty="0"/>
              <a:t>Systems </a:t>
            </a:r>
            <a:r>
              <a:rPr lang="de-DE" sz="6000" dirty="0" err="1"/>
              <a:t>engineerring</a:t>
            </a:r>
            <a:r>
              <a:rPr lang="de-DE" sz="6000" dirty="0"/>
              <a:t> and  </a:t>
            </a:r>
            <a:r>
              <a:rPr lang="de-DE" sz="6000" dirty="0" err="1"/>
              <a:t>prototyping</a:t>
            </a:r>
            <a:r>
              <a:rPr lang="de-DE" sz="6000" dirty="0"/>
              <a:t> </a:t>
            </a:r>
            <a:r>
              <a:rPr lang="de-DE" sz="6000" dirty="0" err="1"/>
              <a:t>local</a:t>
            </a:r>
            <a:r>
              <a:rPr lang="de-DE" sz="6000" dirty="0"/>
              <a:t> </a:t>
            </a:r>
            <a:r>
              <a:rPr lang="de-DE" sz="6000" dirty="0" err="1"/>
              <a:t>solutions</a:t>
            </a:r>
            <a:r>
              <a:rPr lang="de-DE" sz="6000" dirty="0"/>
              <a:t> </a:t>
            </a:r>
            <a:r>
              <a:rPr lang="de-DE" sz="6000" dirty="0" err="1"/>
              <a:t>for</a:t>
            </a:r>
            <a:r>
              <a:rPr lang="de-DE" sz="6000" dirty="0"/>
              <a:t> </a:t>
            </a:r>
            <a:r>
              <a:rPr lang="de-DE" sz="6000" dirty="0" err="1"/>
              <a:t>local</a:t>
            </a:r>
            <a:r>
              <a:rPr lang="de-DE" sz="6000" dirty="0"/>
              <a:t> </a:t>
            </a:r>
            <a:r>
              <a:rPr lang="de-DE" sz="6000" dirty="0" err="1"/>
              <a:t>needs</a:t>
            </a:r>
            <a:endParaRPr lang="de-DE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5" y="4571421"/>
            <a:ext cx="6831673" cy="1086237"/>
          </a:xfrm>
        </p:spPr>
        <p:txBody>
          <a:bodyPr/>
          <a:lstStyle/>
          <a:p>
            <a:r>
              <a:rPr lang="de-DE" dirty="0"/>
              <a:t>„Hier </a:t>
            </a:r>
            <a:r>
              <a:rPr lang="de-DE" dirty="0" err="1"/>
              <a:t>m‘a</a:t>
            </a:r>
            <a:r>
              <a:rPr lang="de-DE" dirty="0"/>
              <a:t> </a:t>
            </a:r>
            <a:r>
              <a:rPr lang="de-DE" dirty="0" err="1"/>
              <a:t>enfanté</a:t>
            </a:r>
            <a:r>
              <a:rPr lang="de-DE" dirty="0"/>
              <a:t> </a:t>
            </a:r>
            <a:r>
              <a:rPr lang="de-DE" dirty="0" err="1"/>
              <a:t>c‘est</a:t>
            </a:r>
            <a:r>
              <a:rPr lang="de-DE" dirty="0"/>
              <a:t> </a:t>
            </a:r>
            <a:r>
              <a:rPr lang="de-DE" dirty="0" err="1"/>
              <a:t>pour</a:t>
            </a:r>
            <a:r>
              <a:rPr lang="de-DE" dirty="0"/>
              <a:t> </a:t>
            </a:r>
            <a:r>
              <a:rPr lang="de-DE" dirty="0" err="1"/>
              <a:t>cela</a:t>
            </a:r>
            <a:r>
              <a:rPr lang="de-DE" dirty="0"/>
              <a:t> </a:t>
            </a:r>
            <a:r>
              <a:rPr lang="de-DE" dirty="0" err="1"/>
              <a:t>que</a:t>
            </a:r>
            <a:r>
              <a:rPr lang="de-DE" dirty="0"/>
              <a:t> </a:t>
            </a:r>
            <a:r>
              <a:rPr lang="de-DE" dirty="0" err="1"/>
              <a:t>aujourd‘hui</a:t>
            </a:r>
            <a:r>
              <a:rPr lang="de-DE" dirty="0"/>
              <a:t> je </a:t>
            </a:r>
            <a:r>
              <a:rPr lang="de-DE" dirty="0" err="1"/>
              <a:t>crée</a:t>
            </a:r>
            <a:r>
              <a:rPr lang="de-DE" dirty="0"/>
              <a:t> </a:t>
            </a:r>
            <a:r>
              <a:rPr lang="de-DE" dirty="0" err="1"/>
              <a:t>demain</a:t>
            </a:r>
            <a:r>
              <a:rPr lang="de-DE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2136631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Vision-Mission</a:t>
            </a:r>
          </a:p>
        </p:txBody>
      </p:sp>
      <p:sp>
        <p:nvSpPr>
          <p:cNvPr id="8" name="Gleichschenkliges Dreieck 7">
            <a:extLst>
              <a:ext uri="{FF2B5EF4-FFF2-40B4-BE49-F238E27FC236}">
                <a16:creationId xmlns:a16="http://schemas.microsoft.com/office/drawing/2014/main" id="{B3CC3E24-7B43-D72C-8F62-C2DB029A3828}"/>
              </a:ext>
            </a:extLst>
          </p:cNvPr>
          <p:cNvSpPr/>
          <p:nvPr/>
        </p:nvSpPr>
        <p:spPr>
          <a:xfrm>
            <a:off x="560717" y="2104845"/>
            <a:ext cx="3243532" cy="460650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A7EB696-6B3D-ED90-9597-2009C271493A}"/>
              </a:ext>
            </a:extLst>
          </p:cNvPr>
          <p:cNvCxnSpPr>
            <a:cxnSpLocks/>
          </p:cNvCxnSpPr>
          <p:nvPr/>
        </p:nvCxnSpPr>
        <p:spPr>
          <a:xfrm flipH="1">
            <a:off x="1759789" y="3295291"/>
            <a:ext cx="828136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6678B4ED-54A8-2F24-158E-C4F201AA6D2F}"/>
              </a:ext>
            </a:extLst>
          </p:cNvPr>
          <p:cNvCxnSpPr>
            <a:cxnSpLocks/>
            <a:stCxn id="8" idx="5"/>
            <a:endCxn id="8" idx="1"/>
          </p:cNvCxnSpPr>
          <p:nvPr/>
        </p:nvCxnSpPr>
        <p:spPr>
          <a:xfrm flipH="1">
            <a:off x="1371600" y="4408098"/>
            <a:ext cx="1621766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FA933204-E7E1-1664-C3EF-37B83CF00CD8}"/>
              </a:ext>
            </a:extLst>
          </p:cNvPr>
          <p:cNvCxnSpPr>
            <a:cxnSpLocks/>
          </p:cNvCxnSpPr>
          <p:nvPr/>
        </p:nvCxnSpPr>
        <p:spPr>
          <a:xfrm flipH="1">
            <a:off x="992038" y="5449018"/>
            <a:ext cx="238089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A510B023-905E-8AF8-99EA-30244624D405}"/>
              </a:ext>
            </a:extLst>
          </p:cNvPr>
          <p:cNvCxnSpPr>
            <a:cxnSpLocks/>
          </p:cNvCxnSpPr>
          <p:nvPr/>
        </p:nvCxnSpPr>
        <p:spPr>
          <a:xfrm flipH="1" flipV="1">
            <a:off x="2713006" y="2925623"/>
            <a:ext cx="2583613" cy="40606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FE600DAE-4900-7052-5935-8ABBC118EF79}"/>
              </a:ext>
            </a:extLst>
          </p:cNvPr>
          <p:cNvSpPr txBox="1"/>
          <p:nvPr/>
        </p:nvSpPr>
        <p:spPr>
          <a:xfrm>
            <a:off x="1759789" y="2398385"/>
            <a:ext cx="888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tx2">
                    <a:lumMod val="50000"/>
                  </a:schemeClr>
                </a:solidFill>
              </a:rPr>
              <a:t>Our Motto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F4BBE46C-64BD-990E-F7D8-98EED5A56BCB}"/>
              </a:ext>
            </a:extLst>
          </p:cNvPr>
          <p:cNvSpPr txBox="1"/>
          <p:nvPr/>
        </p:nvSpPr>
        <p:spPr>
          <a:xfrm>
            <a:off x="5460521" y="2689230"/>
            <a:ext cx="304656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i="1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We Do it for you and well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DB13C930-10C4-85FC-0EB9-2080F2116A9F}"/>
              </a:ext>
            </a:extLst>
          </p:cNvPr>
          <p:cNvSpPr txBox="1"/>
          <p:nvPr/>
        </p:nvSpPr>
        <p:spPr>
          <a:xfrm>
            <a:off x="1643332" y="3623849"/>
            <a:ext cx="1078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tx2">
                    <a:lumMod val="50000"/>
                  </a:schemeClr>
                </a:solidFill>
              </a:rPr>
              <a:t>Our Values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B7E32FD-33E5-9C2C-885D-6D0842C8DE32}"/>
              </a:ext>
            </a:extLst>
          </p:cNvPr>
          <p:cNvSpPr txBox="1"/>
          <p:nvPr/>
        </p:nvSpPr>
        <p:spPr>
          <a:xfrm>
            <a:off x="6587707" y="3067245"/>
            <a:ext cx="44167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We keep our promises</a:t>
            </a:r>
          </a:p>
          <a:p>
            <a:r>
              <a:rPr lang="en-US" sz="1200" b="1" i="1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We strive for excellence</a:t>
            </a:r>
          </a:p>
          <a:p>
            <a:r>
              <a:rPr lang="en-US" sz="1200" b="1" i="1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We improve continuously</a:t>
            </a:r>
          </a:p>
          <a:p>
            <a:r>
              <a:rPr lang="en-US" sz="1200" b="1" i="1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We respect our customers and the environment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5E4267A3-2DC6-4D56-B506-A0506AA3E6F4}"/>
              </a:ext>
            </a:extLst>
          </p:cNvPr>
          <p:cNvSpPr txBox="1"/>
          <p:nvPr/>
        </p:nvSpPr>
        <p:spPr>
          <a:xfrm>
            <a:off x="1634706" y="4542132"/>
            <a:ext cx="1078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tx2">
                    <a:lumMod val="50000"/>
                  </a:schemeClr>
                </a:solidFill>
              </a:rPr>
              <a:t>Our Vision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67FCC58-9E08-32AA-1E4D-CBDBE3D515FA}"/>
              </a:ext>
            </a:extLst>
          </p:cNvPr>
          <p:cNvSpPr txBox="1"/>
          <p:nvPr/>
        </p:nvSpPr>
        <p:spPr>
          <a:xfrm>
            <a:off x="1634705" y="5709574"/>
            <a:ext cx="1078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tx2">
                    <a:lumMod val="50000"/>
                  </a:schemeClr>
                </a:solidFill>
              </a:rPr>
              <a:t>Our Mission</a:t>
            </a:r>
          </a:p>
        </p:txBody>
      </p: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5B58F6BE-5E8E-D9CE-5FF7-3DDA453CB088}"/>
              </a:ext>
            </a:extLst>
          </p:cNvPr>
          <p:cNvCxnSpPr>
            <a:cxnSpLocks/>
          </p:cNvCxnSpPr>
          <p:nvPr/>
        </p:nvCxnSpPr>
        <p:spPr>
          <a:xfrm flipH="1">
            <a:off x="3469255" y="3879730"/>
            <a:ext cx="3009183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feld 38">
            <a:extLst>
              <a:ext uri="{FF2B5EF4-FFF2-40B4-BE49-F238E27FC236}">
                <a16:creationId xmlns:a16="http://schemas.microsoft.com/office/drawing/2014/main" id="{033F7AFF-5745-AE50-1304-3572C87F5114}"/>
              </a:ext>
            </a:extLst>
          </p:cNvPr>
          <p:cNvSpPr txBox="1"/>
          <p:nvPr/>
        </p:nvSpPr>
        <p:spPr>
          <a:xfrm>
            <a:off x="7464727" y="4182392"/>
            <a:ext cx="45604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A better economic viability of Africa</a:t>
            </a:r>
          </a:p>
          <a:p>
            <a:r>
              <a:rPr lang="en-US" sz="1200" b="1" i="1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Successful partnership in the industrial landscape</a:t>
            </a:r>
          </a:p>
          <a:p>
            <a:r>
              <a:rPr lang="en-US" sz="1200" b="1" i="1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Local solutions for local needs</a:t>
            </a:r>
          </a:p>
          <a:p>
            <a:r>
              <a:rPr lang="en-US" sz="1200" b="1" i="1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Support for the education and the youth entrepreneurial development</a:t>
            </a:r>
          </a:p>
        </p:txBody>
      </p: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5ADDCFFD-9F8D-B5B7-6A76-1E0A6709E20A}"/>
              </a:ext>
            </a:extLst>
          </p:cNvPr>
          <p:cNvCxnSpPr>
            <a:cxnSpLocks/>
          </p:cNvCxnSpPr>
          <p:nvPr/>
        </p:nvCxnSpPr>
        <p:spPr>
          <a:xfrm flipH="1">
            <a:off x="4268636" y="5192058"/>
            <a:ext cx="3009183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E10D322E-4E72-41A2-4001-77287CC84D6B}"/>
              </a:ext>
            </a:extLst>
          </p:cNvPr>
          <p:cNvCxnSpPr>
            <a:cxnSpLocks/>
          </p:cNvCxnSpPr>
          <p:nvPr/>
        </p:nvCxnSpPr>
        <p:spPr>
          <a:xfrm flipH="1">
            <a:off x="5137750" y="6453278"/>
            <a:ext cx="3009183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90AD64EC-A287-973D-20EA-F14F2CF271FE}"/>
              </a:ext>
            </a:extLst>
          </p:cNvPr>
          <p:cNvSpPr txBox="1"/>
          <p:nvPr/>
        </p:nvSpPr>
        <p:spPr>
          <a:xfrm>
            <a:off x="8239662" y="5622281"/>
            <a:ext cx="40191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We develop local solutions for local needs</a:t>
            </a:r>
          </a:p>
          <a:p>
            <a:r>
              <a:rPr lang="en-US" sz="1200" b="1" i="1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We connect you into a system with your equipment</a:t>
            </a:r>
          </a:p>
          <a:p>
            <a:r>
              <a:rPr lang="en-US" sz="1200" b="1" i="1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We advise our customer </a:t>
            </a:r>
          </a:p>
          <a:p>
            <a:r>
              <a:rPr lang="en-US" sz="1200" b="1" i="1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We provide maintenance </a:t>
            </a:r>
          </a:p>
        </p:txBody>
      </p:sp>
    </p:spTree>
    <p:extLst>
      <p:ext uri="{BB962C8B-B14F-4D97-AF65-F5344CB8AC3E}">
        <p14:creationId xmlns:p14="http://schemas.microsoft.com/office/powerpoint/2010/main" val="2855298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 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8076" y="2661227"/>
            <a:ext cx="10415848" cy="3581400"/>
          </a:xfrm>
        </p:spPr>
        <p:txBody>
          <a:bodyPr>
            <a:normAutofit/>
          </a:bodyPr>
          <a:lstStyle/>
          <a:p>
            <a:pPr lvl="1"/>
            <a:r>
              <a:rPr lang="en-US" sz="2400" dirty="0"/>
              <a:t>We have a passion for technologies </a:t>
            </a:r>
          </a:p>
          <a:p>
            <a:pPr lvl="1"/>
            <a:r>
              <a:rPr lang="en-US" sz="2400" dirty="0"/>
              <a:t>We are experienced and have share with the others</a:t>
            </a:r>
          </a:p>
          <a:p>
            <a:pPr lvl="1"/>
            <a:r>
              <a:rPr lang="en-US" sz="2400" dirty="0"/>
              <a:t>We must make use of the local potentialities</a:t>
            </a:r>
          </a:p>
          <a:p>
            <a:pPr lvl="1"/>
            <a:r>
              <a:rPr lang="en-US" sz="2400" dirty="0"/>
              <a:t>We must demystify some belief systems </a:t>
            </a:r>
          </a:p>
          <a:p>
            <a:pPr lvl="1"/>
            <a:r>
              <a:rPr lang="en-US" sz="2400" dirty="0"/>
              <a:t>We want to learn from the Indian and Chinese experience</a:t>
            </a:r>
          </a:p>
          <a:p>
            <a:pPr lvl="1"/>
            <a:r>
              <a:rPr lang="en-US" sz="2400" dirty="0"/>
              <a:t>There is more to do than „buy and sell“</a:t>
            </a:r>
          </a:p>
        </p:txBody>
      </p:sp>
    </p:spTree>
    <p:extLst>
      <p:ext uri="{BB962C8B-B14F-4D97-AF65-F5344CB8AC3E}">
        <p14:creationId xmlns:p14="http://schemas.microsoft.com/office/powerpoint/2010/main" val="22533780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-Sitzungssaal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TM02900722[[fn=Ion-Lila]]</Template>
  <TotalTime>0</TotalTime>
  <Words>264</Words>
  <Application>Microsoft Office PowerPoint</Application>
  <PresentationFormat>Breitbild</PresentationFormat>
  <Paragraphs>40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Wingdings</vt:lpstr>
      <vt:lpstr>Wingdings 3</vt:lpstr>
      <vt:lpstr>Ion-Sitzungssaal</vt:lpstr>
      <vt:lpstr>African Machinery Technologies systems engineering</vt:lpstr>
      <vt:lpstr>African Machinery Technologies</vt:lpstr>
      <vt:lpstr>Systems engineerring and  prototyping local solutions for local needs</vt:lpstr>
      <vt:lpstr>Vision-Mission</vt:lpstr>
      <vt:lpstr>Reason why?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African Machinery Technologies</dc:title>
  <dc:creator>Zambou Serge</dc:creator>
  <cp:lastModifiedBy>Zambou Serge</cp:lastModifiedBy>
  <cp:revision>77</cp:revision>
  <dcterms:created xsi:type="dcterms:W3CDTF">2021-02-07T18:41:51Z</dcterms:created>
  <dcterms:modified xsi:type="dcterms:W3CDTF">2024-07-28T12:06:06Z</dcterms:modified>
</cp:coreProperties>
</file>