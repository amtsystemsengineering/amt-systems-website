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3" r:id="rId3"/>
    <p:sldId id="272" r:id="rId4"/>
    <p:sldId id="282" r:id="rId5"/>
    <p:sldId id="287" r:id="rId6"/>
    <p:sldId id="286" r:id="rId7"/>
    <p:sldId id="284" r:id="rId8"/>
    <p:sldId id="288" r:id="rId9"/>
    <p:sldId id="285" r:id="rId10"/>
    <p:sldId id="28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DAB4A6-AB19-4564-A05E-6B24E3051F03}" v="5483" dt="2024-09-13T08:35:37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99" autoAdjust="0"/>
    <p:restoredTop sz="94660"/>
  </p:normalViewPr>
  <p:slideViewPr>
    <p:cSldViewPr snapToGrid="0">
      <p:cViewPr varScale="1">
        <p:scale>
          <a:sx n="63" d="100"/>
          <a:sy n="63" d="100"/>
        </p:scale>
        <p:origin x="576" y="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mbou Serge" userId="a47b8b402abeef11" providerId="LiveId" clId="{2DDAB4A6-AB19-4564-A05E-6B24E3051F03}"/>
    <pc:docChg chg="undo redo custSel addSld delSld modSld sldOrd">
      <pc:chgData name="Zambou Serge" userId="a47b8b402abeef11" providerId="LiveId" clId="{2DDAB4A6-AB19-4564-A05E-6B24E3051F03}" dt="2024-09-13T08:35:37.581" v="8995"/>
      <pc:docMkLst>
        <pc:docMk/>
      </pc:docMkLst>
      <pc:sldChg chg="del">
        <pc:chgData name="Zambou Serge" userId="a47b8b402abeef11" providerId="LiveId" clId="{2DDAB4A6-AB19-4564-A05E-6B24E3051F03}" dt="2024-07-29T12:33:46.678" v="0" actId="47"/>
        <pc:sldMkLst>
          <pc:docMk/>
          <pc:sldMk cId="2043500568" sldId="257"/>
        </pc:sldMkLst>
      </pc:sldChg>
      <pc:sldChg chg="addSp delSp modSp add del mod modShow">
        <pc:chgData name="Zambou Serge" userId="a47b8b402abeef11" providerId="LiveId" clId="{2DDAB4A6-AB19-4564-A05E-6B24E3051F03}" dt="2024-07-30T17:42:36.142" v="5460" actId="729"/>
        <pc:sldMkLst>
          <pc:docMk/>
          <pc:sldMk cId="109760018" sldId="272"/>
        </pc:sldMkLst>
        <pc:spChg chg="mod">
          <ac:chgData name="Zambou Serge" userId="a47b8b402abeef11" providerId="LiveId" clId="{2DDAB4A6-AB19-4564-A05E-6B24E3051F03}" dt="2024-07-29T14:48:43.146" v="2652" actId="1076"/>
          <ac:spMkLst>
            <pc:docMk/>
            <pc:sldMk cId="109760018" sldId="272"/>
            <ac:spMk id="3" creationId="{A0209BA5-CD19-4431-9704-7382FB0B6B36}"/>
          </ac:spMkLst>
        </pc:spChg>
        <pc:spChg chg="del">
          <ac:chgData name="Zambou Serge" userId="a47b8b402abeef11" providerId="LiveId" clId="{2DDAB4A6-AB19-4564-A05E-6B24E3051F03}" dt="2024-07-29T12:34:16.122" v="9" actId="478"/>
          <ac:spMkLst>
            <pc:docMk/>
            <pc:sldMk cId="109760018" sldId="272"/>
            <ac:spMk id="4" creationId="{0395F033-8E11-C3D4-75BF-7E7323A54718}"/>
          </ac:spMkLst>
        </pc:spChg>
        <pc:spChg chg="add mod">
          <ac:chgData name="Zambou Serge" userId="a47b8b402abeef11" providerId="LiveId" clId="{2DDAB4A6-AB19-4564-A05E-6B24E3051F03}" dt="2024-07-30T14:31:36.861" v="2832" actId="6549"/>
          <ac:spMkLst>
            <pc:docMk/>
            <pc:sldMk cId="109760018" sldId="272"/>
            <ac:spMk id="4" creationId="{6E3CCA2D-E22B-6C79-BA87-5815DDC878A4}"/>
          </ac:spMkLst>
        </pc:spChg>
        <pc:spChg chg="add mod">
          <ac:chgData name="Zambou Serge" userId="a47b8b402abeef11" providerId="LiveId" clId="{2DDAB4A6-AB19-4564-A05E-6B24E3051F03}" dt="2024-07-30T14:31:49.416" v="2839" actId="20577"/>
          <ac:spMkLst>
            <pc:docMk/>
            <pc:sldMk cId="109760018" sldId="272"/>
            <ac:spMk id="5" creationId="{7690EA1B-1945-734A-CA5C-F3D235D77B56}"/>
          </ac:spMkLst>
        </pc:spChg>
        <pc:spChg chg="add mod">
          <ac:chgData name="Zambou Serge" userId="a47b8b402abeef11" providerId="LiveId" clId="{2DDAB4A6-AB19-4564-A05E-6B24E3051F03}" dt="2024-07-29T14:48:14.506" v="2646" actId="14100"/>
          <ac:spMkLst>
            <pc:docMk/>
            <pc:sldMk cId="109760018" sldId="272"/>
            <ac:spMk id="6" creationId="{6D6CD9F7-EE23-F712-DEDF-D2503747ED12}"/>
          </ac:spMkLst>
        </pc:spChg>
        <pc:spChg chg="add mod">
          <ac:chgData name="Zambou Serge" userId="a47b8b402abeef11" providerId="LiveId" clId="{2DDAB4A6-AB19-4564-A05E-6B24E3051F03}" dt="2024-07-30T17:38:08.381" v="5438" actId="313"/>
          <ac:spMkLst>
            <pc:docMk/>
            <pc:sldMk cId="109760018" sldId="272"/>
            <ac:spMk id="7" creationId="{524C34C8-481D-A9B0-BB06-6219E2830B03}"/>
          </ac:spMkLst>
        </pc:spChg>
        <pc:spChg chg="add mod">
          <ac:chgData name="Zambou Serge" userId="a47b8b402abeef11" providerId="LiveId" clId="{2DDAB4A6-AB19-4564-A05E-6B24E3051F03}" dt="2024-07-30T17:37:21.011" v="5435" actId="1076"/>
          <ac:spMkLst>
            <pc:docMk/>
            <pc:sldMk cId="109760018" sldId="272"/>
            <ac:spMk id="8" creationId="{33834EB5-5F5B-D886-2A18-E136AE8EF5CF}"/>
          </ac:spMkLst>
        </pc:spChg>
        <pc:spChg chg="del">
          <ac:chgData name="Zambou Serge" userId="a47b8b402abeef11" providerId="LiveId" clId="{2DDAB4A6-AB19-4564-A05E-6B24E3051F03}" dt="2024-07-29T12:34:15.350" v="8" actId="478"/>
          <ac:spMkLst>
            <pc:docMk/>
            <pc:sldMk cId="109760018" sldId="272"/>
            <ac:spMk id="8" creationId="{B77B78A0-B893-9CD7-289F-8E0EC13C4713}"/>
          </ac:spMkLst>
        </pc:spChg>
        <pc:spChg chg="add mod">
          <ac:chgData name="Zambou Serge" userId="a47b8b402abeef11" providerId="LiveId" clId="{2DDAB4A6-AB19-4564-A05E-6B24E3051F03}" dt="2024-07-29T14:27:22.611" v="2350" actId="14100"/>
          <ac:spMkLst>
            <pc:docMk/>
            <pc:sldMk cId="109760018" sldId="272"/>
            <ac:spMk id="9" creationId="{4396983F-89B2-5ACC-B5C7-82985BEBC187}"/>
          </ac:spMkLst>
        </pc:spChg>
        <pc:spChg chg="add mod">
          <ac:chgData name="Zambou Serge" userId="a47b8b402abeef11" providerId="LiveId" clId="{2DDAB4A6-AB19-4564-A05E-6B24E3051F03}" dt="2024-07-29T14:49:50.343" v="2673" actId="20577"/>
          <ac:spMkLst>
            <pc:docMk/>
            <pc:sldMk cId="109760018" sldId="272"/>
            <ac:spMk id="10" creationId="{A79C2C4C-4D2B-61D6-1760-E4704B027468}"/>
          </ac:spMkLst>
        </pc:spChg>
        <pc:spChg chg="add mod">
          <ac:chgData name="Zambou Serge" userId="a47b8b402abeef11" providerId="LiveId" clId="{2DDAB4A6-AB19-4564-A05E-6B24E3051F03}" dt="2024-07-29T14:32:50.585" v="2454" actId="1076"/>
          <ac:spMkLst>
            <pc:docMk/>
            <pc:sldMk cId="109760018" sldId="272"/>
            <ac:spMk id="11" creationId="{738345EC-6EF1-6213-AB65-CE42BE85D945}"/>
          </ac:spMkLst>
        </pc:spChg>
        <pc:spChg chg="add mod">
          <ac:chgData name="Zambou Serge" userId="a47b8b402abeef11" providerId="LiveId" clId="{2DDAB4A6-AB19-4564-A05E-6B24E3051F03}" dt="2024-07-29T14:32:47.176" v="2453" actId="1076"/>
          <ac:spMkLst>
            <pc:docMk/>
            <pc:sldMk cId="109760018" sldId="272"/>
            <ac:spMk id="12" creationId="{8A38014C-376D-2D56-B12C-143E288B9758}"/>
          </ac:spMkLst>
        </pc:spChg>
        <pc:spChg chg="add mod">
          <ac:chgData name="Zambou Serge" userId="a47b8b402abeef11" providerId="LiveId" clId="{2DDAB4A6-AB19-4564-A05E-6B24E3051F03}" dt="2024-07-29T14:25:29.938" v="2332" actId="20577"/>
          <ac:spMkLst>
            <pc:docMk/>
            <pc:sldMk cId="109760018" sldId="272"/>
            <ac:spMk id="13" creationId="{0D82901B-08DD-16FD-0559-62E1865B9C2B}"/>
          </ac:spMkLst>
        </pc:spChg>
        <pc:spChg chg="add mod">
          <ac:chgData name="Zambou Serge" userId="a47b8b402abeef11" providerId="LiveId" clId="{2DDAB4A6-AB19-4564-A05E-6B24E3051F03}" dt="2024-07-29T14:25:36.445" v="2338" actId="20577"/>
          <ac:spMkLst>
            <pc:docMk/>
            <pc:sldMk cId="109760018" sldId="272"/>
            <ac:spMk id="14" creationId="{EA6C466A-D762-087D-E0EB-04423BB97250}"/>
          </ac:spMkLst>
        </pc:spChg>
        <pc:spChg chg="add mod">
          <ac:chgData name="Zambou Serge" userId="a47b8b402abeef11" providerId="LiveId" clId="{2DDAB4A6-AB19-4564-A05E-6B24E3051F03}" dt="2024-07-29T14:25:47.337" v="2347" actId="20577"/>
          <ac:spMkLst>
            <pc:docMk/>
            <pc:sldMk cId="109760018" sldId="272"/>
            <ac:spMk id="15" creationId="{7BBFDF78-5C64-2FFF-1050-DEF92CA516AA}"/>
          </ac:spMkLst>
        </pc:spChg>
        <pc:spChg chg="add mod">
          <ac:chgData name="Zambou Serge" userId="a47b8b402abeef11" providerId="LiveId" clId="{2DDAB4A6-AB19-4564-A05E-6B24E3051F03}" dt="2024-07-29T14:25:25.019" v="2326" actId="20577"/>
          <ac:spMkLst>
            <pc:docMk/>
            <pc:sldMk cId="109760018" sldId="272"/>
            <ac:spMk id="16" creationId="{D62750A0-468E-4A3D-CDFC-1A94A7C4DB1B}"/>
          </ac:spMkLst>
        </pc:spChg>
        <pc:spChg chg="add mod">
          <ac:chgData name="Zambou Serge" userId="a47b8b402abeef11" providerId="LiveId" clId="{2DDAB4A6-AB19-4564-A05E-6B24E3051F03}" dt="2024-07-30T17:42:02.550" v="5458" actId="14100"/>
          <ac:spMkLst>
            <pc:docMk/>
            <pc:sldMk cId="109760018" sldId="272"/>
            <ac:spMk id="19" creationId="{BD100810-D5B8-7621-A13A-0E643F8EA8A0}"/>
          </ac:spMkLst>
        </pc:spChg>
        <pc:spChg chg="add mod">
          <ac:chgData name="Zambou Serge" userId="a47b8b402abeef11" providerId="LiveId" clId="{2DDAB4A6-AB19-4564-A05E-6B24E3051F03}" dt="2024-07-30T17:42:06.945" v="5459" actId="14100"/>
          <ac:spMkLst>
            <pc:docMk/>
            <pc:sldMk cId="109760018" sldId="272"/>
            <ac:spMk id="20" creationId="{6A6D155F-E9C8-5EDD-F58E-5A9FC5ED6CA3}"/>
          </ac:spMkLst>
        </pc:spChg>
        <pc:spChg chg="add mod">
          <ac:chgData name="Zambou Serge" userId="a47b8b402abeef11" providerId="LiveId" clId="{2DDAB4A6-AB19-4564-A05E-6B24E3051F03}" dt="2024-07-29T14:48:26.839" v="2651" actId="1037"/>
          <ac:spMkLst>
            <pc:docMk/>
            <pc:sldMk cId="109760018" sldId="272"/>
            <ac:spMk id="21" creationId="{ECFDE4BC-0D17-3F65-37DF-F9A6D5311DCC}"/>
          </ac:spMkLst>
        </pc:spChg>
        <pc:spChg chg="add mod">
          <ac:chgData name="Zambou Serge" userId="a47b8b402abeef11" providerId="LiveId" clId="{2DDAB4A6-AB19-4564-A05E-6B24E3051F03}" dt="2024-07-30T17:38:00.828" v="5437" actId="20577"/>
          <ac:spMkLst>
            <pc:docMk/>
            <pc:sldMk cId="109760018" sldId="272"/>
            <ac:spMk id="22" creationId="{7BBBA6AA-A1F4-715B-846C-52EF464BECE5}"/>
          </ac:spMkLst>
        </pc:spChg>
        <pc:spChg chg="add mod">
          <ac:chgData name="Zambou Serge" userId="a47b8b402abeef11" providerId="LiveId" clId="{2DDAB4A6-AB19-4564-A05E-6B24E3051F03}" dt="2024-07-29T14:41:20.120" v="2627" actId="14100"/>
          <ac:spMkLst>
            <pc:docMk/>
            <pc:sldMk cId="109760018" sldId="272"/>
            <ac:spMk id="23" creationId="{02B59557-05E4-C652-8A52-58B3C5CB1416}"/>
          </ac:spMkLst>
        </pc:spChg>
        <pc:spChg chg="add mod">
          <ac:chgData name="Zambou Serge" userId="a47b8b402abeef11" providerId="LiveId" clId="{2DDAB4A6-AB19-4564-A05E-6B24E3051F03}" dt="2024-07-29T14:41:22.477" v="2628" actId="14100"/>
          <ac:spMkLst>
            <pc:docMk/>
            <pc:sldMk cId="109760018" sldId="272"/>
            <ac:spMk id="24" creationId="{E91CB827-ADFD-3E0B-FC23-5B801146CC9F}"/>
          </ac:spMkLst>
        </pc:spChg>
        <pc:spChg chg="add mod">
          <ac:chgData name="Zambou Serge" userId="a47b8b402abeef11" providerId="LiveId" clId="{2DDAB4A6-AB19-4564-A05E-6B24E3051F03}" dt="2024-07-29T14:41:24.505" v="2629" actId="14100"/>
          <ac:spMkLst>
            <pc:docMk/>
            <pc:sldMk cId="109760018" sldId="272"/>
            <ac:spMk id="25" creationId="{5CB28508-D69C-0A0E-EA42-9FBF92A2A6BC}"/>
          </ac:spMkLst>
        </pc:spChg>
        <pc:spChg chg="add mod">
          <ac:chgData name="Zambou Serge" userId="a47b8b402abeef11" providerId="LiveId" clId="{2DDAB4A6-AB19-4564-A05E-6B24E3051F03}" dt="2024-07-29T14:43:46.844" v="2643" actId="20577"/>
          <ac:spMkLst>
            <pc:docMk/>
            <pc:sldMk cId="109760018" sldId="272"/>
            <ac:spMk id="26" creationId="{8CB48552-0A1A-A9A9-E50B-ED0B9F4FDC8A}"/>
          </ac:spMkLst>
        </pc:spChg>
        <pc:spChg chg="add mod">
          <ac:chgData name="Zambou Serge" userId="a47b8b402abeef11" providerId="LiveId" clId="{2DDAB4A6-AB19-4564-A05E-6B24E3051F03}" dt="2024-07-29T14:40:54.172" v="2623" actId="403"/>
          <ac:spMkLst>
            <pc:docMk/>
            <pc:sldMk cId="109760018" sldId="272"/>
            <ac:spMk id="27" creationId="{C07306C6-9545-34C2-CF63-22F3CC3EF4F9}"/>
          </ac:spMkLst>
        </pc:spChg>
        <pc:spChg chg="add mod">
          <ac:chgData name="Zambou Serge" userId="a47b8b402abeef11" providerId="LiveId" clId="{2DDAB4A6-AB19-4564-A05E-6B24E3051F03}" dt="2024-07-29T14:42:12.516" v="2633" actId="1076"/>
          <ac:spMkLst>
            <pc:docMk/>
            <pc:sldMk cId="109760018" sldId="272"/>
            <ac:spMk id="28" creationId="{92186C8B-3E28-A42C-0CB4-E491D4AE8771}"/>
          </ac:spMkLst>
        </pc:spChg>
        <pc:spChg chg="add mod">
          <ac:chgData name="Zambou Serge" userId="a47b8b402abeef11" providerId="LiveId" clId="{2DDAB4A6-AB19-4564-A05E-6B24E3051F03}" dt="2024-07-29T14:51:06.962" v="2731" actId="14100"/>
          <ac:spMkLst>
            <pc:docMk/>
            <pc:sldMk cId="109760018" sldId="272"/>
            <ac:spMk id="29" creationId="{334F9CF4-347F-303A-0032-740D2CF7B24E}"/>
          </ac:spMkLst>
        </pc:spChg>
        <pc:spChg chg="add mod">
          <ac:chgData name="Zambou Serge" userId="a47b8b402abeef11" providerId="LiveId" clId="{2DDAB4A6-AB19-4564-A05E-6B24E3051F03}" dt="2024-07-29T14:51:17.915" v="2732" actId="1076"/>
          <ac:spMkLst>
            <pc:docMk/>
            <pc:sldMk cId="109760018" sldId="272"/>
            <ac:spMk id="30" creationId="{6A1DB39B-3800-D5CB-D295-BE8161FB0C81}"/>
          </ac:spMkLst>
        </pc:spChg>
        <pc:spChg chg="add mod">
          <ac:chgData name="Zambou Serge" userId="a47b8b402abeef11" providerId="LiveId" clId="{2DDAB4A6-AB19-4564-A05E-6B24E3051F03}" dt="2024-07-29T14:50:41.194" v="2725" actId="14100"/>
          <ac:spMkLst>
            <pc:docMk/>
            <pc:sldMk cId="109760018" sldId="272"/>
            <ac:spMk id="31" creationId="{3734F508-962A-A68D-7D02-491EC5631988}"/>
          </ac:spMkLst>
        </pc:spChg>
        <pc:spChg chg="add mod">
          <ac:chgData name="Zambou Serge" userId="a47b8b402abeef11" providerId="LiveId" clId="{2DDAB4A6-AB19-4564-A05E-6B24E3051F03}" dt="2024-07-29T14:50:36.484" v="2723" actId="1076"/>
          <ac:spMkLst>
            <pc:docMk/>
            <pc:sldMk cId="109760018" sldId="272"/>
            <ac:spMk id="32" creationId="{0779E840-C079-5607-70D5-5985F4618B39}"/>
          </ac:spMkLst>
        </pc:spChg>
        <pc:spChg chg="add mod">
          <ac:chgData name="Zambou Serge" userId="a47b8b402abeef11" providerId="LiveId" clId="{2DDAB4A6-AB19-4564-A05E-6B24E3051F03}" dt="2024-07-29T14:58:19.432" v="2794" actId="20577"/>
          <ac:spMkLst>
            <pc:docMk/>
            <pc:sldMk cId="109760018" sldId="272"/>
            <ac:spMk id="33" creationId="{3871632E-2637-54CF-8F51-019D28F11EBF}"/>
          </ac:spMkLst>
        </pc:spChg>
        <pc:graphicFrameChg chg="add mod modGraphic">
          <ac:chgData name="Zambou Serge" userId="a47b8b402abeef11" providerId="LiveId" clId="{2DDAB4A6-AB19-4564-A05E-6B24E3051F03}" dt="2024-07-29T14:24:53.890" v="2313" actId="404"/>
          <ac:graphicFrameMkLst>
            <pc:docMk/>
            <pc:sldMk cId="109760018" sldId="272"/>
            <ac:graphicFrameMk id="17" creationId="{ED1DC76B-F900-B937-CAE2-8712DB1D4E3E}"/>
          </ac:graphicFrameMkLst>
        </pc:graphicFrameChg>
        <pc:graphicFrameChg chg="add mod">
          <ac:chgData name="Zambou Serge" userId="a47b8b402abeef11" providerId="LiveId" clId="{2DDAB4A6-AB19-4564-A05E-6B24E3051F03}" dt="2024-07-29T14:24:21.314" v="2308" actId="1076"/>
          <ac:graphicFrameMkLst>
            <pc:docMk/>
            <pc:sldMk cId="109760018" sldId="272"/>
            <ac:graphicFrameMk id="18" creationId="{669D1274-F5A1-D653-195C-3059FBD09970}"/>
          </ac:graphicFrameMkLst>
        </pc:graphicFrameChg>
        <pc:picChg chg="del mod">
          <ac:chgData name="Zambou Serge" userId="a47b8b402abeef11" providerId="LiveId" clId="{2DDAB4A6-AB19-4564-A05E-6B24E3051F03}" dt="2024-07-29T12:35:17.739" v="55" actId="478"/>
          <ac:picMkLst>
            <pc:docMk/>
            <pc:sldMk cId="109760018" sldId="272"/>
            <ac:picMk id="5" creationId="{14148126-2F96-1C4E-5EAA-015103B5FF8F}"/>
          </ac:picMkLst>
        </pc:picChg>
        <pc:cxnChg chg="del mod">
          <ac:chgData name="Zambou Serge" userId="a47b8b402abeef11" providerId="LiveId" clId="{2DDAB4A6-AB19-4564-A05E-6B24E3051F03}" dt="2024-07-29T12:35:23.455" v="57" actId="478"/>
          <ac:cxnSpMkLst>
            <pc:docMk/>
            <pc:sldMk cId="109760018" sldId="272"/>
            <ac:cxnSpMk id="7" creationId="{4DEA6837-726F-5F31-9021-C32F2BAA3722}"/>
          </ac:cxnSpMkLst>
        </pc:cxnChg>
      </pc:sldChg>
      <pc:sldChg chg="del">
        <pc:chgData name="Zambou Serge" userId="a47b8b402abeef11" providerId="LiveId" clId="{2DDAB4A6-AB19-4564-A05E-6B24E3051F03}" dt="2024-07-29T12:33:48.609" v="1" actId="47"/>
        <pc:sldMkLst>
          <pc:docMk/>
          <pc:sldMk cId="598670218" sldId="273"/>
        </pc:sldMkLst>
      </pc:sldChg>
      <pc:sldChg chg="del">
        <pc:chgData name="Zambou Serge" userId="a47b8b402abeef11" providerId="LiveId" clId="{2DDAB4A6-AB19-4564-A05E-6B24E3051F03}" dt="2024-07-29T12:33:53.618" v="2" actId="47"/>
        <pc:sldMkLst>
          <pc:docMk/>
          <pc:sldMk cId="2318762062" sldId="274"/>
        </pc:sldMkLst>
      </pc:sldChg>
      <pc:sldChg chg="del">
        <pc:chgData name="Zambou Serge" userId="a47b8b402abeef11" providerId="LiveId" clId="{2DDAB4A6-AB19-4564-A05E-6B24E3051F03}" dt="2024-07-29T12:33:58.334" v="3" actId="47"/>
        <pc:sldMkLst>
          <pc:docMk/>
          <pc:sldMk cId="3952200565" sldId="275"/>
        </pc:sldMkLst>
      </pc:sldChg>
      <pc:sldChg chg="del">
        <pc:chgData name="Zambou Serge" userId="a47b8b402abeef11" providerId="LiveId" clId="{2DDAB4A6-AB19-4564-A05E-6B24E3051F03}" dt="2024-07-29T12:34:08.985" v="4" actId="47"/>
        <pc:sldMkLst>
          <pc:docMk/>
          <pc:sldMk cId="2676750409" sldId="276"/>
        </pc:sldMkLst>
      </pc:sldChg>
      <pc:sldChg chg="del">
        <pc:chgData name="Zambou Serge" userId="a47b8b402abeef11" providerId="LiveId" clId="{2DDAB4A6-AB19-4564-A05E-6B24E3051F03}" dt="2024-07-29T12:34:09.347" v="5" actId="47"/>
        <pc:sldMkLst>
          <pc:docMk/>
          <pc:sldMk cId="2091111315" sldId="277"/>
        </pc:sldMkLst>
      </pc:sldChg>
      <pc:sldChg chg="del">
        <pc:chgData name="Zambou Serge" userId="a47b8b402abeef11" providerId="LiveId" clId="{2DDAB4A6-AB19-4564-A05E-6B24E3051F03}" dt="2024-07-29T12:34:21.433" v="12" actId="47"/>
        <pc:sldMkLst>
          <pc:docMk/>
          <pc:sldMk cId="1809288233" sldId="278"/>
        </pc:sldMkLst>
      </pc:sldChg>
      <pc:sldChg chg="del">
        <pc:chgData name="Zambou Serge" userId="a47b8b402abeef11" providerId="LiveId" clId="{2DDAB4A6-AB19-4564-A05E-6B24E3051F03}" dt="2024-07-29T12:34:26.209" v="13" actId="47"/>
        <pc:sldMkLst>
          <pc:docMk/>
          <pc:sldMk cId="3633024798" sldId="279"/>
        </pc:sldMkLst>
      </pc:sldChg>
      <pc:sldChg chg="modSp mod">
        <pc:chgData name="Zambou Serge" userId="a47b8b402abeef11" providerId="LiveId" clId="{2DDAB4A6-AB19-4564-A05E-6B24E3051F03}" dt="2024-08-08T12:57:03.279" v="8353" actId="14100"/>
        <pc:sldMkLst>
          <pc:docMk/>
          <pc:sldMk cId="4120262099" sldId="280"/>
        </pc:sldMkLst>
        <pc:spChg chg="mod">
          <ac:chgData name="Zambou Serge" userId="a47b8b402abeef11" providerId="LiveId" clId="{2DDAB4A6-AB19-4564-A05E-6B24E3051F03}" dt="2024-08-08T12:57:03.279" v="8353" actId="14100"/>
          <ac:spMkLst>
            <pc:docMk/>
            <pc:sldMk cId="4120262099" sldId="280"/>
            <ac:spMk id="9" creationId="{BCC1F5B1-13C1-5D30-D536-60750FAEF8DB}"/>
          </ac:spMkLst>
        </pc:spChg>
      </pc:sldChg>
      <pc:sldChg chg="del">
        <pc:chgData name="Zambou Serge" userId="a47b8b402abeef11" providerId="LiveId" clId="{2DDAB4A6-AB19-4564-A05E-6B24E3051F03}" dt="2024-07-29T12:34:43.694" v="14" actId="47"/>
        <pc:sldMkLst>
          <pc:docMk/>
          <pc:sldMk cId="1434964377" sldId="281"/>
        </pc:sldMkLst>
      </pc:sldChg>
      <pc:sldChg chg="addSp delSp modSp add del mod">
        <pc:chgData name="Zambou Serge" userId="a47b8b402abeef11" providerId="LiveId" clId="{2DDAB4A6-AB19-4564-A05E-6B24E3051F03}" dt="2024-07-30T17:30:15.178" v="5258" actId="47"/>
        <pc:sldMkLst>
          <pc:docMk/>
          <pc:sldMk cId="4279476726" sldId="281"/>
        </pc:sldMkLst>
        <pc:spChg chg="mod">
          <ac:chgData name="Zambou Serge" userId="a47b8b402abeef11" providerId="LiveId" clId="{2DDAB4A6-AB19-4564-A05E-6B24E3051F03}" dt="2024-07-29T13:09:11.541" v="443" actId="27636"/>
          <ac:spMkLst>
            <pc:docMk/>
            <pc:sldMk cId="4279476726" sldId="281"/>
            <ac:spMk id="3" creationId="{A0209BA5-CD19-4431-9704-7382FB0B6B36}"/>
          </ac:spMkLst>
        </pc:spChg>
        <pc:spChg chg="add mod">
          <ac:chgData name="Zambou Serge" userId="a47b8b402abeef11" providerId="LiveId" clId="{2DDAB4A6-AB19-4564-A05E-6B24E3051F03}" dt="2024-07-29T13:40:09.093" v="1499" actId="14100"/>
          <ac:spMkLst>
            <pc:docMk/>
            <pc:sldMk cId="4279476726" sldId="281"/>
            <ac:spMk id="4" creationId="{1E0A7D0E-4DBF-2B5C-AE1C-BFDD7BE46DCC}"/>
          </ac:spMkLst>
        </pc:spChg>
        <pc:spChg chg="add mod">
          <ac:chgData name="Zambou Serge" userId="a47b8b402abeef11" providerId="LiveId" clId="{2DDAB4A6-AB19-4564-A05E-6B24E3051F03}" dt="2024-07-29T14:02:39.611" v="2292" actId="20577"/>
          <ac:spMkLst>
            <pc:docMk/>
            <pc:sldMk cId="4279476726" sldId="281"/>
            <ac:spMk id="5" creationId="{4443222F-059D-ACF0-B843-00AD0A89BA8E}"/>
          </ac:spMkLst>
        </pc:spChg>
        <pc:spChg chg="del">
          <ac:chgData name="Zambou Serge" userId="a47b8b402abeef11" providerId="LiveId" clId="{2DDAB4A6-AB19-4564-A05E-6B24E3051F03}" dt="2024-07-29T13:08:29.912" v="432" actId="478"/>
          <ac:spMkLst>
            <pc:docMk/>
            <pc:sldMk cId="4279476726" sldId="281"/>
            <ac:spMk id="6" creationId="{6D6CD9F7-EE23-F712-DEDF-D2503747ED12}"/>
          </ac:spMkLst>
        </pc:spChg>
        <pc:spChg chg="add mod">
          <ac:chgData name="Zambou Serge" userId="a47b8b402abeef11" providerId="LiveId" clId="{2DDAB4A6-AB19-4564-A05E-6B24E3051F03}" dt="2024-07-29T14:02:01.911" v="2257" actId="14100"/>
          <ac:spMkLst>
            <pc:docMk/>
            <pc:sldMk cId="4279476726" sldId="281"/>
            <ac:spMk id="7" creationId="{C2D45C16-28C9-91EF-779A-B5362A62285A}"/>
          </ac:spMkLst>
        </pc:spChg>
        <pc:spChg chg="mod">
          <ac:chgData name="Zambou Serge" userId="a47b8b402abeef11" providerId="LiveId" clId="{2DDAB4A6-AB19-4564-A05E-6B24E3051F03}" dt="2024-07-29T14:00:48.500" v="2248" actId="1076"/>
          <ac:spMkLst>
            <pc:docMk/>
            <pc:sldMk cId="4279476726" sldId="281"/>
            <ac:spMk id="9" creationId="{4396983F-89B2-5ACC-B5C7-82985BEBC187}"/>
          </ac:spMkLst>
        </pc:spChg>
        <pc:spChg chg="del">
          <ac:chgData name="Zambou Serge" userId="a47b8b402abeef11" providerId="LiveId" clId="{2DDAB4A6-AB19-4564-A05E-6B24E3051F03}" dt="2024-07-29T13:08:40.600" v="436" actId="478"/>
          <ac:spMkLst>
            <pc:docMk/>
            <pc:sldMk cId="4279476726" sldId="281"/>
            <ac:spMk id="10" creationId="{A79C2C4C-4D2B-61D6-1760-E4704B027468}"/>
          </ac:spMkLst>
        </pc:spChg>
        <pc:spChg chg="del">
          <ac:chgData name="Zambou Serge" userId="a47b8b402abeef11" providerId="LiveId" clId="{2DDAB4A6-AB19-4564-A05E-6B24E3051F03}" dt="2024-07-29T13:08:32.240" v="433" actId="478"/>
          <ac:spMkLst>
            <pc:docMk/>
            <pc:sldMk cId="4279476726" sldId="281"/>
            <ac:spMk id="11" creationId="{738345EC-6EF1-6213-AB65-CE42BE85D945}"/>
          </ac:spMkLst>
        </pc:spChg>
        <pc:spChg chg="del">
          <ac:chgData name="Zambou Serge" userId="a47b8b402abeef11" providerId="LiveId" clId="{2DDAB4A6-AB19-4564-A05E-6B24E3051F03}" dt="2024-07-29T13:08:38.762" v="435" actId="478"/>
          <ac:spMkLst>
            <pc:docMk/>
            <pc:sldMk cId="4279476726" sldId="281"/>
            <ac:spMk id="12" creationId="{8A38014C-376D-2D56-B12C-143E288B9758}"/>
          </ac:spMkLst>
        </pc:spChg>
        <pc:graphicFrameChg chg="add mod modGraphic">
          <ac:chgData name="Zambou Serge" userId="a47b8b402abeef11" providerId="LiveId" clId="{2DDAB4A6-AB19-4564-A05E-6B24E3051F03}" dt="2024-07-29T13:47:08.799" v="1885" actId="20577"/>
          <ac:graphicFrameMkLst>
            <pc:docMk/>
            <pc:sldMk cId="4279476726" sldId="281"/>
            <ac:graphicFrameMk id="8" creationId="{5812B194-1D91-2502-5DAC-9DEB350B1168}"/>
          </ac:graphicFrameMkLst>
        </pc:graphicFrameChg>
        <pc:graphicFrameChg chg="add mod modGraphic">
          <ac:chgData name="Zambou Serge" userId="a47b8b402abeef11" providerId="LiveId" clId="{2DDAB4A6-AB19-4564-A05E-6B24E3051F03}" dt="2024-07-29T14:01:11.035" v="2252" actId="14100"/>
          <ac:graphicFrameMkLst>
            <pc:docMk/>
            <pc:sldMk cId="4279476726" sldId="281"/>
            <ac:graphicFrameMk id="13" creationId="{CE1DC515-17C3-CE38-AAF2-B81DD30A49BD}"/>
          </ac:graphicFrameMkLst>
        </pc:graphicFrameChg>
        <pc:graphicFrameChg chg="add del modGraphic">
          <ac:chgData name="Zambou Serge" userId="a47b8b402abeef11" providerId="LiveId" clId="{2DDAB4A6-AB19-4564-A05E-6B24E3051F03}" dt="2024-07-29T14:22:56.990" v="2294" actId="478"/>
          <ac:graphicFrameMkLst>
            <pc:docMk/>
            <pc:sldMk cId="4279476726" sldId="281"/>
            <ac:graphicFrameMk id="14" creationId="{6E50C3C9-37F6-B098-E90B-4776437A6799}"/>
          </ac:graphicFrameMkLst>
        </pc:graphicFrameChg>
      </pc:sldChg>
      <pc:sldChg chg="del">
        <pc:chgData name="Zambou Serge" userId="a47b8b402abeef11" providerId="LiveId" clId="{2DDAB4A6-AB19-4564-A05E-6B24E3051F03}" dt="2024-07-29T12:34:45.911" v="15" actId="47"/>
        <pc:sldMkLst>
          <pc:docMk/>
          <pc:sldMk cId="1410835084" sldId="282"/>
        </pc:sldMkLst>
      </pc:sldChg>
      <pc:sldChg chg="addSp delSp modSp add mod modShow">
        <pc:chgData name="Zambou Serge" userId="a47b8b402abeef11" providerId="LiveId" clId="{2DDAB4A6-AB19-4564-A05E-6B24E3051F03}" dt="2024-08-08T09:39:45.227" v="8317" actId="729"/>
        <pc:sldMkLst>
          <pc:docMk/>
          <pc:sldMk cId="2778922070" sldId="282"/>
        </pc:sldMkLst>
        <pc:spChg chg="mod">
          <ac:chgData name="Zambou Serge" userId="a47b8b402abeef11" providerId="LiveId" clId="{2DDAB4A6-AB19-4564-A05E-6B24E3051F03}" dt="2024-07-31T11:27:25.313" v="7497" actId="1076"/>
          <ac:spMkLst>
            <pc:docMk/>
            <pc:sldMk cId="2778922070" sldId="282"/>
            <ac:spMk id="3" creationId="{A0209BA5-CD19-4431-9704-7382FB0B6B36}"/>
          </ac:spMkLst>
        </pc:spChg>
        <pc:spChg chg="mod">
          <ac:chgData name="Zambou Serge" userId="a47b8b402abeef11" providerId="LiveId" clId="{2DDAB4A6-AB19-4564-A05E-6B24E3051F03}" dt="2024-07-30T20:57:07.488" v="7495" actId="20577"/>
          <ac:spMkLst>
            <pc:docMk/>
            <pc:sldMk cId="2778922070" sldId="282"/>
            <ac:spMk id="4" creationId="{6E3CCA2D-E22B-6C79-BA87-5815DDC878A4}"/>
          </ac:spMkLst>
        </pc:spChg>
        <pc:spChg chg="mod">
          <ac:chgData name="Zambou Serge" userId="a47b8b402abeef11" providerId="LiveId" clId="{2DDAB4A6-AB19-4564-A05E-6B24E3051F03}" dt="2024-07-30T17:47:50.538" v="5472" actId="1035"/>
          <ac:spMkLst>
            <pc:docMk/>
            <pc:sldMk cId="2778922070" sldId="282"/>
            <ac:spMk id="5" creationId="{7690EA1B-1945-734A-CA5C-F3D235D77B56}"/>
          </ac:spMkLst>
        </pc:spChg>
        <pc:spChg chg="mod">
          <ac:chgData name="Zambou Serge" userId="a47b8b402abeef11" providerId="LiveId" clId="{2DDAB4A6-AB19-4564-A05E-6B24E3051F03}" dt="2024-07-30T17:47:50.538" v="5472" actId="1035"/>
          <ac:spMkLst>
            <pc:docMk/>
            <pc:sldMk cId="2778922070" sldId="282"/>
            <ac:spMk id="6" creationId="{6D6CD9F7-EE23-F712-DEDF-D2503747ED12}"/>
          </ac:spMkLst>
        </pc:spChg>
        <pc:spChg chg="add del">
          <ac:chgData name="Zambou Serge" userId="a47b8b402abeef11" providerId="LiveId" clId="{2DDAB4A6-AB19-4564-A05E-6B24E3051F03}" dt="2024-07-31T11:28:05.186" v="7501" actId="478"/>
          <ac:spMkLst>
            <pc:docMk/>
            <pc:sldMk cId="2778922070" sldId="282"/>
            <ac:spMk id="7" creationId="{2453CF28-A696-0A92-500C-2582BD3914BE}"/>
          </ac:spMkLst>
        </pc:spChg>
        <pc:spChg chg="del mod">
          <ac:chgData name="Zambou Serge" userId="a47b8b402abeef11" providerId="LiveId" clId="{2DDAB4A6-AB19-4564-A05E-6B24E3051F03}" dt="2024-07-30T17:39:35.664" v="5444" actId="478"/>
          <ac:spMkLst>
            <pc:docMk/>
            <pc:sldMk cId="2778922070" sldId="282"/>
            <ac:spMk id="7" creationId="{524C34C8-481D-A9B0-BB06-6219E2830B03}"/>
          </ac:spMkLst>
        </pc:spChg>
        <pc:spChg chg="add del mod">
          <ac:chgData name="Zambou Serge" userId="a47b8b402abeef11" providerId="LiveId" clId="{2DDAB4A6-AB19-4564-A05E-6B24E3051F03}" dt="2024-07-30T14:57:40.507" v="3369" actId="478"/>
          <ac:spMkLst>
            <pc:docMk/>
            <pc:sldMk cId="2778922070" sldId="282"/>
            <ac:spMk id="8" creationId="{DFDA3A7E-8323-300B-9FB3-0582411919F5}"/>
          </ac:spMkLst>
        </pc:spChg>
        <pc:spChg chg="mod">
          <ac:chgData name="Zambou Serge" userId="a47b8b402abeef11" providerId="LiveId" clId="{2DDAB4A6-AB19-4564-A05E-6B24E3051F03}" dt="2024-07-30T17:47:50.538" v="5472" actId="1035"/>
          <ac:spMkLst>
            <pc:docMk/>
            <pc:sldMk cId="2778922070" sldId="282"/>
            <ac:spMk id="9" creationId="{4396983F-89B2-5ACC-B5C7-82985BEBC187}"/>
          </ac:spMkLst>
        </pc:spChg>
        <pc:spChg chg="mod">
          <ac:chgData name="Zambou Serge" userId="a47b8b402abeef11" providerId="LiveId" clId="{2DDAB4A6-AB19-4564-A05E-6B24E3051F03}" dt="2024-07-30T17:48:27.129" v="5476" actId="14100"/>
          <ac:spMkLst>
            <pc:docMk/>
            <pc:sldMk cId="2778922070" sldId="282"/>
            <ac:spMk id="10" creationId="{A79C2C4C-4D2B-61D6-1760-E4704B027468}"/>
          </ac:spMkLst>
        </pc:spChg>
        <pc:spChg chg="mod">
          <ac:chgData name="Zambou Serge" userId="a47b8b402abeef11" providerId="LiveId" clId="{2DDAB4A6-AB19-4564-A05E-6B24E3051F03}" dt="2024-07-30T17:47:12.235" v="5464" actId="14100"/>
          <ac:spMkLst>
            <pc:docMk/>
            <pc:sldMk cId="2778922070" sldId="282"/>
            <ac:spMk id="11" creationId="{738345EC-6EF1-6213-AB65-CE42BE85D945}"/>
          </ac:spMkLst>
        </pc:spChg>
        <pc:spChg chg="del mod">
          <ac:chgData name="Zambou Serge" userId="a47b8b402abeef11" providerId="LiveId" clId="{2DDAB4A6-AB19-4564-A05E-6B24E3051F03}" dt="2024-07-30T16:37:24.706" v="4694" actId="478"/>
          <ac:spMkLst>
            <pc:docMk/>
            <pc:sldMk cId="2778922070" sldId="282"/>
            <ac:spMk id="12" creationId="{8A38014C-376D-2D56-B12C-143E288B9758}"/>
          </ac:spMkLst>
        </pc:spChg>
        <pc:spChg chg="mod">
          <ac:chgData name="Zambou Serge" userId="a47b8b402abeef11" providerId="LiveId" clId="{2DDAB4A6-AB19-4564-A05E-6B24E3051F03}" dt="2024-07-31T11:27:39.513" v="7499" actId="14100"/>
          <ac:spMkLst>
            <pc:docMk/>
            <pc:sldMk cId="2778922070" sldId="282"/>
            <ac:spMk id="13" creationId="{0D82901B-08DD-16FD-0559-62E1865B9C2B}"/>
          </ac:spMkLst>
        </pc:spChg>
        <pc:spChg chg="mod">
          <ac:chgData name="Zambou Serge" userId="a47b8b402abeef11" providerId="LiveId" clId="{2DDAB4A6-AB19-4564-A05E-6B24E3051F03}" dt="2024-07-30T17:49:35.528" v="5482" actId="14100"/>
          <ac:spMkLst>
            <pc:docMk/>
            <pc:sldMk cId="2778922070" sldId="282"/>
            <ac:spMk id="14" creationId="{EA6C466A-D762-087D-E0EB-04423BB97250}"/>
          </ac:spMkLst>
        </pc:spChg>
        <pc:spChg chg="mod">
          <ac:chgData name="Zambou Serge" userId="a47b8b402abeef11" providerId="LiveId" clId="{2DDAB4A6-AB19-4564-A05E-6B24E3051F03}" dt="2024-07-30T17:49:43.401" v="5484" actId="14100"/>
          <ac:spMkLst>
            <pc:docMk/>
            <pc:sldMk cId="2778922070" sldId="282"/>
            <ac:spMk id="15" creationId="{7BBFDF78-5C64-2FFF-1050-DEF92CA516AA}"/>
          </ac:spMkLst>
        </pc:spChg>
        <pc:spChg chg="mod">
          <ac:chgData name="Zambou Serge" userId="a47b8b402abeef11" providerId="LiveId" clId="{2DDAB4A6-AB19-4564-A05E-6B24E3051F03}" dt="2024-07-30T17:49:39.581" v="5483" actId="1076"/>
          <ac:spMkLst>
            <pc:docMk/>
            <pc:sldMk cId="2778922070" sldId="282"/>
            <ac:spMk id="16" creationId="{D62750A0-468E-4A3D-CDFC-1A94A7C4DB1B}"/>
          </ac:spMkLst>
        </pc:spChg>
        <pc:spChg chg="mod">
          <ac:chgData name="Zambou Serge" userId="a47b8b402abeef11" providerId="LiveId" clId="{2DDAB4A6-AB19-4564-A05E-6B24E3051F03}" dt="2024-07-30T17:56:32.874" v="5531" actId="20577"/>
          <ac:spMkLst>
            <pc:docMk/>
            <pc:sldMk cId="2778922070" sldId="282"/>
            <ac:spMk id="19" creationId="{BD100810-D5B8-7621-A13A-0E643F8EA8A0}"/>
          </ac:spMkLst>
        </pc:spChg>
        <pc:spChg chg="mod">
          <ac:chgData name="Zambou Serge" userId="a47b8b402abeef11" providerId="LiveId" clId="{2DDAB4A6-AB19-4564-A05E-6B24E3051F03}" dt="2024-07-30T17:55:44.981" v="5520" actId="14100"/>
          <ac:spMkLst>
            <pc:docMk/>
            <pc:sldMk cId="2778922070" sldId="282"/>
            <ac:spMk id="20" creationId="{6A6D155F-E9C8-5EDD-F58E-5A9FC5ED6CA3}"/>
          </ac:spMkLst>
        </pc:spChg>
        <pc:spChg chg="mod">
          <ac:chgData name="Zambou Serge" userId="a47b8b402abeef11" providerId="LiveId" clId="{2DDAB4A6-AB19-4564-A05E-6B24E3051F03}" dt="2024-07-31T11:28:46.443" v="7506" actId="13822"/>
          <ac:spMkLst>
            <pc:docMk/>
            <pc:sldMk cId="2778922070" sldId="282"/>
            <ac:spMk id="21" creationId="{ECFDE4BC-0D17-3F65-37DF-F9A6D5311DCC}"/>
          </ac:spMkLst>
        </pc:spChg>
        <pc:spChg chg="mod">
          <ac:chgData name="Zambou Serge" userId="a47b8b402abeef11" providerId="LiveId" clId="{2DDAB4A6-AB19-4564-A05E-6B24E3051F03}" dt="2024-07-31T11:28:45.637" v="7505" actId="13822"/>
          <ac:spMkLst>
            <pc:docMk/>
            <pc:sldMk cId="2778922070" sldId="282"/>
            <ac:spMk id="22" creationId="{7BBBA6AA-A1F4-715B-846C-52EF464BECE5}"/>
          </ac:spMkLst>
        </pc:spChg>
        <pc:spChg chg="mod">
          <ac:chgData name="Zambou Serge" userId="a47b8b402abeef11" providerId="LiveId" clId="{2DDAB4A6-AB19-4564-A05E-6B24E3051F03}" dt="2024-07-30T17:47:50.538" v="5472" actId="1035"/>
          <ac:spMkLst>
            <pc:docMk/>
            <pc:sldMk cId="2778922070" sldId="282"/>
            <ac:spMk id="23" creationId="{02B59557-05E4-C652-8A52-58B3C5CB1416}"/>
          </ac:spMkLst>
        </pc:spChg>
        <pc:spChg chg="mod">
          <ac:chgData name="Zambou Serge" userId="a47b8b402abeef11" providerId="LiveId" clId="{2DDAB4A6-AB19-4564-A05E-6B24E3051F03}" dt="2024-07-30T17:47:50.538" v="5472" actId="1035"/>
          <ac:spMkLst>
            <pc:docMk/>
            <pc:sldMk cId="2778922070" sldId="282"/>
            <ac:spMk id="24" creationId="{E91CB827-ADFD-3E0B-FC23-5B801146CC9F}"/>
          </ac:spMkLst>
        </pc:spChg>
        <pc:spChg chg="mod">
          <ac:chgData name="Zambou Serge" userId="a47b8b402abeef11" providerId="LiveId" clId="{2DDAB4A6-AB19-4564-A05E-6B24E3051F03}" dt="2024-07-30T17:47:50.538" v="5472" actId="1035"/>
          <ac:spMkLst>
            <pc:docMk/>
            <pc:sldMk cId="2778922070" sldId="282"/>
            <ac:spMk id="25" creationId="{5CB28508-D69C-0A0E-EA42-9FBF92A2A6BC}"/>
          </ac:spMkLst>
        </pc:spChg>
        <pc:spChg chg="mod">
          <ac:chgData name="Zambou Serge" userId="a47b8b402abeef11" providerId="LiveId" clId="{2DDAB4A6-AB19-4564-A05E-6B24E3051F03}" dt="2024-07-30T17:55:46.441" v="5523" actId="14100"/>
          <ac:spMkLst>
            <pc:docMk/>
            <pc:sldMk cId="2778922070" sldId="282"/>
            <ac:spMk id="26" creationId="{8CB48552-0A1A-A9A9-E50B-ED0B9F4FDC8A}"/>
          </ac:spMkLst>
        </pc:spChg>
        <pc:spChg chg="mod">
          <ac:chgData name="Zambou Serge" userId="a47b8b402abeef11" providerId="LiveId" clId="{2DDAB4A6-AB19-4564-A05E-6B24E3051F03}" dt="2024-07-30T17:55:45.938" v="5522" actId="14100"/>
          <ac:spMkLst>
            <pc:docMk/>
            <pc:sldMk cId="2778922070" sldId="282"/>
            <ac:spMk id="27" creationId="{C07306C6-9545-34C2-CF63-22F3CC3EF4F9}"/>
          </ac:spMkLst>
        </pc:spChg>
        <pc:spChg chg="mod">
          <ac:chgData name="Zambou Serge" userId="a47b8b402abeef11" providerId="LiveId" clId="{2DDAB4A6-AB19-4564-A05E-6B24E3051F03}" dt="2024-07-30T17:55:45.499" v="5521" actId="14100"/>
          <ac:spMkLst>
            <pc:docMk/>
            <pc:sldMk cId="2778922070" sldId="282"/>
            <ac:spMk id="28" creationId="{92186C8B-3E28-A42C-0CB4-E491D4AE8771}"/>
          </ac:spMkLst>
        </pc:spChg>
        <pc:spChg chg="mod">
          <ac:chgData name="Zambou Serge" userId="a47b8b402abeef11" providerId="LiveId" clId="{2DDAB4A6-AB19-4564-A05E-6B24E3051F03}" dt="2024-07-31T11:28:10.127" v="7502" actId="13822"/>
          <ac:spMkLst>
            <pc:docMk/>
            <pc:sldMk cId="2778922070" sldId="282"/>
            <ac:spMk id="29" creationId="{334F9CF4-347F-303A-0032-740D2CF7B24E}"/>
          </ac:spMkLst>
        </pc:spChg>
        <pc:spChg chg="mod">
          <ac:chgData name="Zambou Serge" userId="a47b8b402abeef11" providerId="LiveId" clId="{2DDAB4A6-AB19-4564-A05E-6B24E3051F03}" dt="2024-07-30T17:47:50.538" v="5472" actId="1035"/>
          <ac:spMkLst>
            <pc:docMk/>
            <pc:sldMk cId="2778922070" sldId="282"/>
            <ac:spMk id="30" creationId="{6A1DB39B-3800-D5CB-D295-BE8161FB0C81}"/>
          </ac:spMkLst>
        </pc:spChg>
        <pc:spChg chg="mod">
          <ac:chgData name="Zambou Serge" userId="a47b8b402abeef11" providerId="LiveId" clId="{2DDAB4A6-AB19-4564-A05E-6B24E3051F03}" dt="2024-07-30T17:47:50.538" v="5472" actId="1035"/>
          <ac:spMkLst>
            <pc:docMk/>
            <pc:sldMk cId="2778922070" sldId="282"/>
            <ac:spMk id="31" creationId="{3734F508-962A-A68D-7D02-491EC5631988}"/>
          </ac:spMkLst>
        </pc:spChg>
        <pc:spChg chg="mod">
          <ac:chgData name="Zambou Serge" userId="a47b8b402abeef11" providerId="LiveId" clId="{2DDAB4A6-AB19-4564-A05E-6B24E3051F03}" dt="2024-07-30T17:47:50.538" v="5472" actId="1035"/>
          <ac:spMkLst>
            <pc:docMk/>
            <pc:sldMk cId="2778922070" sldId="282"/>
            <ac:spMk id="32" creationId="{0779E840-C079-5607-70D5-5985F4618B39}"/>
          </ac:spMkLst>
        </pc:spChg>
        <pc:spChg chg="mod">
          <ac:chgData name="Zambou Serge" userId="a47b8b402abeef11" providerId="LiveId" clId="{2DDAB4A6-AB19-4564-A05E-6B24E3051F03}" dt="2024-07-30T17:47:50.538" v="5472" actId="1035"/>
          <ac:spMkLst>
            <pc:docMk/>
            <pc:sldMk cId="2778922070" sldId="282"/>
            <ac:spMk id="33" creationId="{3871632E-2637-54CF-8F51-019D28F11EBF}"/>
          </ac:spMkLst>
        </pc:spChg>
        <pc:spChg chg="add del mod">
          <ac:chgData name="Zambou Serge" userId="a47b8b402abeef11" providerId="LiveId" clId="{2DDAB4A6-AB19-4564-A05E-6B24E3051F03}" dt="2024-07-30T14:57:39.093" v="3368" actId="478"/>
          <ac:spMkLst>
            <pc:docMk/>
            <pc:sldMk cId="2778922070" sldId="282"/>
            <ac:spMk id="34" creationId="{53DF9807-6BB4-4629-14ED-07C4728B3C82}"/>
          </ac:spMkLst>
        </pc:spChg>
        <pc:spChg chg="add del mod">
          <ac:chgData name="Zambou Serge" userId="a47b8b402abeef11" providerId="LiveId" clId="{2DDAB4A6-AB19-4564-A05E-6B24E3051F03}" dt="2024-07-30T15:30:54.925" v="3737" actId="478"/>
          <ac:spMkLst>
            <pc:docMk/>
            <pc:sldMk cId="2778922070" sldId="282"/>
            <ac:spMk id="36" creationId="{97720717-9309-BF94-ACAE-AD570718E334}"/>
          </ac:spMkLst>
        </pc:spChg>
        <pc:spChg chg="add del mod">
          <ac:chgData name="Zambou Serge" userId="a47b8b402abeef11" providerId="LiveId" clId="{2DDAB4A6-AB19-4564-A05E-6B24E3051F03}" dt="2024-07-30T15:20:21.892" v="3538" actId="12084"/>
          <ac:spMkLst>
            <pc:docMk/>
            <pc:sldMk cId="2778922070" sldId="282"/>
            <ac:spMk id="37" creationId="{3D35C2C5-B3AE-FF60-2450-14C16C2DE547}"/>
          </ac:spMkLst>
        </pc:spChg>
        <pc:spChg chg="add mod">
          <ac:chgData name="Zambou Serge" userId="a47b8b402abeef11" providerId="LiveId" clId="{2DDAB4A6-AB19-4564-A05E-6B24E3051F03}" dt="2024-07-30T17:47:50.538" v="5472" actId="1035"/>
          <ac:spMkLst>
            <pc:docMk/>
            <pc:sldMk cId="2778922070" sldId="282"/>
            <ac:spMk id="38" creationId="{FAF4BC19-20EB-2165-46FA-2A54464113B1}"/>
          </ac:spMkLst>
        </pc:spChg>
        <pc:spChg chg="add mod ord">
          <ac:chgData name="Zambou Serge" userId="a47b8b402abeef11" providerId="LiveId" clId="{2DDAB4A6-AB19-4564-A05E-6B24E3051F03}" dt="2024-07-30T17:47:08.593" v="5463" actId="14100"/>
          <ac:spMkLst>
            <pc:docMk/>
            <pc:sldMk cId="2778922070" sldId="282"/>
            <ac:spMk id="42" creationId="{C1B2D9F4-DD67-D901-34B5-9BAAD0C33055}"/>
          </ac:spMkLst>
        </pc:spChg>
        <pc:spChg chg="add mod">
          <ac:chgData name="Zambou Serge" userId="a47b8b402abeef11" providerId="LiveId" clId="{2DDAB4A6-AB19-4564-A05E-6B24E3051F03}" dt="2024-07-30T17:48:43.188" v="5478" actId="14100"/>
          <ac:spMkLst>
            <pc:docMk/>
            <pc:sldMk cId="2778922070" sldId="282"/>
            <ac:spMk id="43" creationId="{36DA3928-3E0E-DDF6-66B4-694C53A0ADB4}"/>
          </ac:spMkLst>
        </pc:spChg>
        <pc:spChg chg="add mod">
          <ac:chgData name="Zambou Serge" userId="a47b8b402abeef11" providerId="LiveId" clId="{2DDAB4A6-AB19-4564-A05E-6B24E3051F03}" dt="2024-07-30T18:14:01.548" v="5902" actId="20577"/>
          <ac:spMkLst>
            <pc:docMk/>
            <pc:sldMk cId="2778922070" sldId="282"/>
            <ac:spMk id="44" creationId="{876AED24-6D21-0F8B-5D8C-8EF218DE7E03}"/>
          </ac:spMkLst>
        </pc:spChg>
        <pc:spChg chg="add mod">
          <ac:chgData name="Zambou Serge" userId="a47b8b402abeef11" providerId="LiveId" clId="{2DDAB4A6-AB19-4564-A05E-6B24E3051F03}" dt="2024-07-30T20:57:13.389" v="7496" actId="20577"/>
          <ac:spMkLst>
            <pc:docMk/>
            <pc:sldMk cId="2778922070" sldId="282"/>
            <ac:spMk id="45" creationId="{DB3D3711-1D22-5279-5FE4-78FBA54B64AA}"/>
          </ac:spMkLst>
        </pc:spChg>
        <pc:spChg chg="add del mod">
          <ac:chgData name="Zambou Serge" userId="a47b8b402abeef11" providerId="LiveId" clId="{2DDAB4A6-AB19-4564-A05E-6B24E3051F03}" dt="2024-07-30T17:39:32.019" v="5443" actId="478"/>
          <ac:spMkLst>
            <pc:docMk/>
            <pc:sldMk cId="2778922070" sldId="282"/>
            <ac:spMk id="46" creationId="{3354AF11-69AF-45DD-BE8E-39076BC8F2B6}"/>
          </ac:spMkLst>
        </pc:spChg>
        <pc:spChg chg="add mod">
          <ac:chgData name="Zambou Serge" userId="a47b8b402abeef11" providerId="LiveId" clId="{2DDAB4A6-AB19-4564-A05E-6B24E3051F03}" dt="2024-07-30T17:47:50.538" v="5472" actId="1035"/>
          <ac:spMkLst>
            <pc:docMk/>
            <pc:sldMk cId="2778922070" sldId="282"/>
            <ac:spMk id="49" creationId="{DE290AAA-F501-6A93-E0A8-900D801546EC}"/>
          </ac:spMkLst>
        </pc:spChg>
        <pc:spChg chg="add mod">
          <ac:chgData name="Zambou Serge" userId="a47b8b402abeef11" providerId="LiveId" clId="{2DDAB4A6-AB19-4564-A05E-6B24E3051F03}" dt="2024-07-30T17:47:50.538" v="5472" actId="1035"/>
          <ac:spMkLst>
            <pc:docMk/>
            <pc:sldMk cId="2778922070" sldId="282"/>
            <ac:spMk id="50" creationId="{A4D443BF-3E62-9C56-1AC9-48825BD030A2}"/>
          </ac:spMkLst>
        </pc:spChg>
        <pc:spChg chg="add del mod">
          <ac:chgData name="Zambou Serge" userId="a47b8b402abeef11" providerId="LiveId" clId="{2DDAB4A6-AB19-4564-A05E-6B24E3051F03}" dt="2024-07-31T11:27:34.490" v="7498" actId="478"/>
          <ac:spMkLst>
            <pc:docMk/>
            <pc:sldMk cId="2778922070" sldId="282"/>
            <ac:spMk id="51" creationId="{E5640FDA-7900-2F72-8D3B-7F9A4E24C767}"/>
          </ac:spMkLst>
        </pc:spChg>
        <pc:graphicFrameChg chg="del">
          <ac:chgData name="Zambou Serge" userId="a47b8b402abeef11" providerId="LiveId" clId="{2DDAB4A6-AB19-4564-A05E-6B24E3051F03}" dt="2024-07-30T14:34:43.205" v="2844" actId="478"/>
          <ac:graphicFrameMkLst>
            <pc:docMk/>
            <pc:sldMk cId="2778922070" sldId="282"/>
            <ac:graphicFrameMk id="17" creationId="{ED1DC76B-F900-B937-CAE2-8712DB1D4E3E}"/>
          </ac:graphicFrameMkLst>
        </pc:graphicFrameChg>
        <pc:graphicFrameChg chg="del mod">
          <ac:chgData name="Zambou Serge" userId="a47b8b402abeef11" providerId="LiveId" clId="{2DDAB4A6-AB19-4564-A05E-6B24E3051F03}" dt="2024-07-30T16:11:25.577" v="4420" actId="478"/>
          <ac:graphicFrameMkLst>
            <pc:docMk/>
            <pc:sldMk cId="2778922070" sldId="282"/>
            <ac:graphicFrameMk id="18" creationId="{669D1274-F5A1-D653-195C-3059FBD09970}"/>
          </ac:graphicFrameMkLst>
        </pc:graphicFrameChg>
        <pc:graphicFrameChg chg="add mod modGraphic">
          <ac:chgData name="Zambou Serge" userId="a47b8b402abeef11" providerId="LiveId" clId="{2DDAB4A6-AB19-4564-A05E-6B24E3051F03}" dt="2024-07-30T17:47:50.538" v="5472" actId="1035"/>
          <ac:graphicFrameMkLst>
            <pc:docMk/>
            <pc:sldMk cId="2778922070" sldId="282"/>
            <ac:graphicFrameMk id="35" creationId="{88819D65-C057-621D-BFCB-2D26DD162CA2}"/>
          </ac:graphicFrameMkLst>
        </pc:graphicFrameChg>
        <pc:graphicFrameChg chg="add mod">
          <ac:chgData name="Zambou Serge" userId="a47b8b402abeef11" providerId="LiveId" clId="{2DDAB4A6-AB19-4564-A05E-6B24E3051F03}" dt="2024-07-30T16:32:23.193" v="4638" actId="14100"/>
          <ac:graphicFrameMkLst>
            <pc:docMk/>
            <pc:sldMk cId="2778922070" sldId="282"/>
            <ac:graphicFrameMk id="39" creationId="{51D8895F-F22B-7B96-7C52-CCC1C8069D05}"/>
          </ac:graphicFrameMkLst>
        </pc:graphicFrameChg>
        <pc:graphicFrameChg chg="add mod">
          <ac:chgData name="Zambou Serge" userId="a47b8b402abeef11" providerId="LiveId" clId="{2DDAB4A6-AB19-4564-A05E-6B24E3051F03}" dt="2024-07-30T17:47:04.303" v="5462" actId="14100"/>
          <ac:graphicFrameMkLst>
            <pc:docMk/>
            <pc:sldMk cId="2778922070" sldId="282"/>
            <ac:graphicFrameMk id="40" creationId="{96A751D7-3768-A26C-686C-7313D368C8C5}"/>
          </ac:graphicFrameMkLst>
        </pc:graphicFrameChg>
        <pc:graphicFrameChg chg="add mod">
          <ac:chgData name="Zambou Serge" userId="a47b8b402abeef11" providerId="LiveId" clId="{2DDAB4A6-AB19-4564-A05E-6B24E3051F03}" dt="2024-07-30T17:47:15.018" v="5465" actId="14100"/>
          <ac:graphicFrameMkLst>
            <pc:docMk/>
            <pc:sldMk cId="2778922070" sldId="282"/>
            <ac:graphicFrameMk id="41" creationId="{8CBFBA4A-899B-3FAA-0AAE-BC97F3D7C4A2}"/>
          </ac:graphicFrameMkLst>
        </pc:graphicFrameChg>
        <pc:graphicFrameChg chg="add mod">
          <ac:chgData name="Zambou Serge" userId="a47b8b402abeef11" providerId="LiveId" clId="{2DDAB4A6-AB19-4564-A05E-6B24E3051F03}" dt="2024-07-30T17:15:59.829" v="4868" actId="20577"/>
          <ac:graphicFrameMkLst>
            <pc:docMk/>
            <pc:sldMk cId="2778922070" sldId="282"/>
            <ac:graphicFrameMk id="47" creationId="{A747D67D-34A2-523E-3BB3-BAF1A15482C3}"/>
          </ac:graphicFrameMkLst>
        </pc:graphicFrameChg>
        <pc:graphicFrameChg chg="add mod modGraphic">
          <ac:chgData name="Zambou Serge" userId="a47b8b402abeef11" providerId="LiveId" clId="{2DDAB4A6-AB19-4564-A05E-6B24E3051F03}" dt="2024-07-30T17:48:11.194" v="5475" actId="14100"/>
          <ac:graphicFrameMkLst>
            <pc:docMk/>
            <pc:sldMk cId="2778922070" sldId="282"/>
            <ac:graphicFrameMk id="48" creationId="{629EDEEF-8DC6-8741-8AE5-A878EB43D33B}"/>
          </ac:graphicFrameMkLst>
        </pc:graphicFrameChg>
      </pc:sldChg>
      <pc:sldChg chg="addSp delSp modSp add mod ord">
        <pc:chgData name="Zambou Serge" userId="a47b8b402abeef11" providerId="LiveId" clId="{2DDAB4A6-AB19-4564-A05E-6B24E3051F03}" dt="2024-07-30T17:38:56.137" v="5440" actId="14100"/>
        <pc:sldMkLst>
          <pc:docMk/>
          <pc:sldMk cId="981269081" sldId="283"/>
        </pc:sldMkLst>
        <pc:spChg chg="del">
          <ac:chgData name="Zambou Serge" userId="a47b8b402abeef11" providerId="LiveId" clId="{2DDAB4A6-AB19-4564-A05E-6B24E3051F03}" dt="2024-07-30T17:31:36.738" v="5264" actId="478"/>
          <ac:spMkLst>
            <pc:docMk/>
            <pc:sldMk cId="981269081" sldId="283"/>
            <ac:spMk id="3" creationId="{A0209BA5-CD19-4431-9704-7382FB0B6B36}"/>
          </ac:spMkLst>
        </pc:spChg>
        <pc:spChg chg="mod">
          <ac:chgData name="Zambou Serge" userId="a47b8b402abeef11" providerId="LiveId" clId="{2DDAB4A6-AB19-4564-A05E-6B24E3051F03}" dt="2024-07-30T17:38:56.137" v="5440" actId="14100"/>
          <ac:spMkLst>
            <pc:docMk/>
            <pc:sldMk cId="981269081" sldId="283"/>
            <ac:spMk id="9" creationId="{BCC1F5B1-13C1-5D30-D536-60750FAEF8DB}"/>
          </ac:spMkLst>
        </pc:spChg>
        <pc:graphicFrameChg chg="add del mod modGraphic">
          <ac:chgData name="Zambou Serge" userId="a47b8b402abeef11" providerId="LiveId" clId="{2DDAB4A6-AB19-4564-A05E-6B24E3051F03}" dt="2024-07-30T17:38:49.852" v="5439" actId="478"/>
          <ac:graphicFrameMkLst>
            <pc:docMk/>
            <pc:sldMk cId="981269081" sldId="283"/>
            <ac:graphicFrameMk id="4" creationId="{1E5E76D5-6DAA-E768-ABF3-04FD99B30464}"/>
          </ac:graphicFrameMkLst>
        </pc:graphicFrameChg>
      </pc:sldChg>
      <pc:sldChg chg="addSp delSp modSp add mod">
        <pc:chgData name="Zambou Serge" userId="a47b8b402abeef11" providerId="LiveId" clId="{2DDAB4A6-AB19-4564-A05E-6B24E3051F03}" dt="2024-07-30T18:55:19.368" v="6480" actId="1076"/>
        <pc:sldMkLst>
          <pc:docMk/>
          <pc:sldMk cId="3024081186" sldId="284"/>
        </pc:sldMkLst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4" creationId="{6E3CCA2D-E22B-6C79-BA87-5815DDC878A4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5" creationId="{7690EA1B-1945-734A-CA5C-F3D235D77B56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6" creationId="{6D6CD9F7-EE23-F712-DEDF-D2503747ED12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9" creationId="{4396983F-89B2-5ACC-B5C7-82985BEBC187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10" creationId="{A79C2C4C-4D2B-61D6-1760-E4704B027468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11" creationId="{738345EC-6EF1-6213-AB65-CE42BE85D945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13" creationId="{0D82901B-08DD-16FD-0559-62E1865B9C2B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14" creationId="{EA6C466A-D762-087D-E0EB-04423BB97250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15" creationId="{7BBFDF78-5C64-2FFF-1050-DEF92CA516AA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16" creationId="{D62750A0-468E-4A3D-CDFC-1A94A7C4DB1B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19" creationId="{BD100810-D5B8-7621-A13A-0E643F8EA8A0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20" creationId="{6A6D155F-E9C8-5EDD-F58E-5A9FC5ED6CA3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21" creationId="{ECFDE4BC-0D17-3F65-37DF-F9A6D5311DCC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22" creationId="{7BBBA6AA-A1F4-715B-846C-52EF464BECE5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23" creationId="{02B59557-05E4-C652-8A52-58B3C5CB1416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24" creationId="{E91CB827-ADFD-3E0B-FC23-5B801146CC9F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25" creationId="{5CB28508-D69C-0A0E-EA42-9FBF92A2A6BC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26" creationId="{8CB48552-0A1A-A9A9-E50B-ED0B9F4FDC8A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27" creationId="{C07306C6-9545-34C2-CF63-22F3CC3EF4F9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28" creationId="{92186C8B-3E28-A42C-0CB4-E491D4AE8771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29" creationId="{334F9CF4-347F-303A-0032-740D2CF7B24E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30" creationId="{6A1DB39B-3800-D5CB-D295-BE8161FB0C81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31" creationId="{3734F508-962A-A68D-7D02-491EC5631988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32" creationId="{0779E840-C079-5607-70D5-5985F4618B39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33" creationId="{3871632E-2637-54CF-8F51-019D28F11EBF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38" creationId="{FAF4BC19-20EB-2165-46FA-2A54464113B1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42" creationId="{C1B2D9F4-DD67-D901-34B5-9BAAD0C33055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43" creationId="{36DA3928-3E0E-DDF6-66B4-694C53A0ADB4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44" creationId="{876AED24-6D21-0F8B-5D8C-8EF218DE7E03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45" creationId="{DB3D3711-1D22-5279-5FE4-78FBA54B64AA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49" creationId="{DE290AAA-F501-6A93-E0A8-900D801546EC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50" creationId="{A4D443BF-3E62-9C56-1AC9-48825BD030A2}"/>
          </ac:spMkLst>
        </pc:spChg>
        <pc:spChg chg="del">
          <ac:chgData name="Zambou Serge" userId="a47b8b402abeef11" providerId="LiveId" clId="{2DDAB4A6-AB19-4564-A05E-6B24E3051F03}" dt="2024-07-30T17:58:07.140" v="5533" actId="21"/>
          <ac:spMkLst>
            <pc:docMk/>
            <pc:sldMk cId="3024081186" sldId="284"/>
            <ac:spMk id="51" creationId="{E5640FDA-7900-2F72-8D3B-7F9A4E24C767}"/>
          </ac:spMkLst>
        </pc:spChg>
        <pc:graphicFrameChg chg="add mod modGraphic">
          <ac:chgData name="Zambou Serge" userId="a47b8b402abeef11" providerId="LiveId" clId="{2DDAB4A6-AB19-4564-A05E-6B24E3051F03}" dt="2024-07-30T18:55:19.368" v="6480" actId="1076"/>
          <ac:graphicFrameMkLst>
            <pc:docMk/>
            <pc:sldMk cId="3024081186" sldId="284"/>
            <ac:graphicFrameMk id="8" creationId="{B6E001D9-6040-61DA-164D-71C68CE9BAC6}"/>
          </ac:graphicFrameMkLst>
        </pc:graphicFrameChg>
        <pc:graphicFrameChg chg="del">
          <ac:chgData name="Zambou Serge" userId="a47b8b402abeef11" providerId="LiveId" clId="{2DDAB4A6-AB19-4564-A05E-6B24E3051F03}" dt="2024-07-30T17:58:07.140" v="5533" actId="21"/>
          <ac:graphicFrameMkLst>
            <pc:docMk/>
            <pc:sldMk cId="3024081186" sldId="284"/>
            <ac:graphicFrameMk id="35" creationId="{88819D65-C057-621D-BFCB-2D26DD162CA2}"/>
          </ac:graphicFrameMkLst>
        </pc:graphicFrameChg>
        <pc:graphicFrameChg chg="del">
          <ac:chgData name="Zambou Serge" userId="a47b8b402abeef11" providerId="LiveId" clId="{2DDAB4A6-AB19-4564-A05E-6B24E3051F03}" dt="2024-07-30T17:58:07.140" v="5533" actId="21"/>
          <ac:graphicFrameMkLst>
            <pc:docMk/>
            <pc:sldMk cId="3024081186" sldId="284"/>
            <ac:graphicFrameMk id="39" creationId="{51D8895F-F22B-7B96-7C52-CCC1C8069D05}"/>
          </ac:graphicFrameMkLst>
        </pc:graphicFrameChg>
        <pc:graphicFrameChg chg="del">
          <ac:chgData name="Zambou Serge" userId="a47b8b402abeef11" providerId="LiveId" clId="{2DDAB4A6-AB19-4564-A05E-6B24E3051F03}" dt="2024-07-30T17:58:07.140" v="5533" actId="21"/>
          <ac:graphicFrameMkLst>
            <pc:docMk/>
            <pc:sldMk cId="3024081186" sldId="284"/>
            <ac:graphicFrameMk id="40" creationId="{96A751D7-3768-A26C-686C-7313D368C8C5}"/>
          </ac:graphicFrameMkLst>
        </pc:graphicFrameChg>
        <pc:graphicFrameChg chg="del">
          <ac:chgData name="Zambou Serge" userId="a47b8b402abeef11" providerId="LiveId" clId="{2DDAB4A6-AB19-4564-A05E-6B24E3051F03}" dt="2024-07-30T17:58:07.140" v="5533" actId="21"/>
          <ac:graphicFrameMkLst>
            <pc:docMk/>
            <pc:sldMk cId="3024081186" sldId="284"/>
            <ac:graphicFrameMk id="41" creationId="{8CBFBA4A-899B-3FAA-0AAE-BC97F3D7C4A2}"/>
          </ac:graphicFrameMkLst>
        </pc:graphicFrameChg>
        <pc:graphicFrameChg chg="del">
          <ac:chgData name="Zambou Serge" userId="a47b8b402abeef11" providerId="LiveId" clId="{2DDAB4A6-AB19-4564-A05E-6B24E3051F03}" dt="2024-07-30T17:58:07.140" v="5533" actId="21"/>
          <ac:graphicFrameMkLst>
            <pc:docMk/>
            <pc:sldMk cId="3024081186" sldId="284"/>
            <ac:graphicFrameMk id="48" creationId="{629EDEEF-8DC6-8741-8AE5-A878EB43D33B}"/>
          </ac:graphicFrameMkLst>
        </pc:graphicFrameChg>
        <pc:picChg chg="add del mod">
          <ac:chgData name="Zambou Serge" userId="a47b8b402abeef11" providerId="LiveId" clId="{2DDAB4A6-AB19-4564-A05E-6B24E3051F03}" dt="2024-07-30T18:08:02.443" v="5825" actId="478"/>
          <ac:picMkLst>
            <pc:docMk/>
            <pc:sldMk cId="3024081186" sldId="284"/>
            <ac:picMk id="7" creationId="{DB51B39E-B8B5-7D65-539F-9401B6B78E56}"/>
          </ac:picMkLst>
        </pc:picChg>
      </pc:sldChg>
      <pc:sldChg chg="addSp delSp modSp add mod">
        <pc:chgData name="Zambou Serge" userId="a47b8b402abeef11" providerId="LiveId" clId="{2DDAB4A6-AB19-4564-A05E-6B24E3051F03}" dt="2024-08-08T13:06:33.800" v="8359"/>
        <pc:sldMkLst>
          <pc:docMk/>
          <pc:sldMk cId="137620297" sldId="285"/>
        </pc:sldMkLst>
        <pc:spChg chg="add mod">
          <ac:chgData name="Zambou Serge" userId="a47b8b402abeef11" providerId="LiveId" clId="{2DDAB4A6-AB19-4564-A05E-6B24E3051F03}" dt="2024-07-30T19:36:58.668" v="6879" actId="1076"/>
          <ac:spMkLst>
            <pc:docMk/>
            <pc:sldMk cId="137620297" sldId="285"/>
            <ac:spMk id="7" creationId="{4E0FCC8F-6FF3-BF11-AAF9-EBAD303DC668}"/>
          </ac:spMkLst>
        </pc:spChg>
        <pc:graphicFrameChg chg="add del mod modGraphic">
          <ac:chgData name="Zambou Serge" userId="a47b8b402abeef11" providerId="LiveId" clId="{2DDAB4A6-AB19-4564-A05E-6B24E3051F03}" dt="2024-07-30T19:24:10.600" v="6485" actId="1032"/>
          <ac:graphicFrameMkLst>
            <pc:docMk/>
            <pc:sldMk cId="137620297" sldId="285"/>
            <ac:graphicFrameMk id="4" creationId="{132B54E8-FD6A-61F6-F155-0046FD2FC315}"/>
          </ac:graphicFrameMkLst>
        </pc:graphicFrameChg>
        <pc:graphicFrameChg chg="add del mod modGraphic">
          <ac:chgData name="Zambou Serge" userId="a47b8b402abeef11" providerId="LiveId" clId="{2DDAB4A6-AB19-4564-A05E-6B24E3051F03}" dt="2024-07-30T19:25:16.384" v="6495" actId="478"/>
          <ac:graphicFrameMkLst>
            <pc:docMk/>
            <pc:sldMk cId="137620297" sldId="285"/>
            <ac:graphicFrameMk id="5" creationId="{19D6535C-3B5E-9112-3658-4892A556F0B8}"/>
          </ac:graphicFrameMkLst>
        </pc:graphicFrameChg>
        <pc:graphicFrameChg chg="add mod modGraphic">
          <ac:chgData name="Zambou Serge" userId="a47b8b402abeef11" providerId="LiveId" clId="{2DDAB4A6-AB19-4564-A05E-6B24E3051F03}" dt="2024-08-08T13:06:33.800" v="8359"/>
          <ac:graphicFrameMkLst>
            <pc:docMk/>
            <pc:sldMk cId="137620297" sldId="285"/>
            <ac:graphicFrameMk id="6" creationId="{B8350F34-15B1-98C2-677B-D0263B5FC745}"/>
          </ac:graphicFrameMkLst>
        </pc:graphicFrameChg>
        <pc:graphicFrameChg chg="del mod">
          <ac:chgData name="Zambou Serge" userId="a47b8b402abeef11" providerId="LiveId" clId="{2DDAB4A6-AB19-4564-A05E-6B24E3051F03}" dt="2024-07-30T19:27:07.764" v="6548" actId="478"/>
          <ac:graphicFrameMkLst>
            <pc:docMk/>
            <pc:sldMk cId="137620297" sldId="285"/>
            <ac:graphicFrameMk id="8" creationId="{B6E001D9-6040-61DA-164D-71C68CE9BAC6}"/>
          </ac:graphicFrameMkLst>
        </pc:graphicFrameChg>
      </pc:sldChg>
      <pc:sldChg chg="addSp delSp modSp add mod">
        <pc:chgData name="Zambou Serge" userId="a47b8b402abeef11" providerId="LiveId" clId="{2DDAB4A6-AB19-4564-A05E-6B24E3051F03}" dt="2024-08-21T21:25:38.154" v="8981" actId="20577"/>
        <pc:sldMkLst>
          <pc:docMk/>
          <pc:sldMk cId="3420773655" sldId="286"/>
        </pc:sldMkLst>
        <pc:spChg chg="mod">
          <ac:chgData name="Zambou Serge" userId="a47b8b402abeef11" providerId="LiveId" clId="{2DDAB4A6-AB19-4564-A05E-6B24E3051F03}" dt="2024-07-31T11:29:43.382" v="7528" actId="20577"/>
          <ac:spMkLst>
            <pc:docMk/>
            <pc:sldMk cId="3420773655" sldId="286"/>
            <ac:spMk id="3" creationId="{A0209BA5-CD19-4431-9704-7382FB0B6B36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4" creationId="{6E3CCA2D-E22B-6C79-BA87-5815DDC878A4}"/>
          </ac:spMkLst>
        </pc:spChg>
        <pc:spChg chg="add mod">
          <ac:chgData name="Zambou Serge" userId="a47b8b402abeef11" providerId="LiveId" clId="{2DDAB4A6-AB19-4564-A05E-6B24E3051F03}" dt="2024-08-21T21:22:58.190" v="8928" actId="1037"/>
          <ac:spMkLst>
            <pc:docMk/>
            <pc:sldMk cId="3420773655" sldId="286"/>
            <ac:spMk id="4" creationId="{9FB7251F-74F4-AE14-B4D3-0AFD38E58035}"/>
          </ac:spMkLst>
        </pc:spChg>
        <pc:spChg chg="add del mod">
          <ac:chgData name="Zambou Serge" userId="a47b8b402abeef11" providerId="LiveId" clId="{2DDAB4A6-AB19-4564-A05E-6B24E3051F03}" dt="2024-08-21T20:57:32.544" v="8427" actId="478"/>
          <ac:spMkLst>
            <pc:docMk/>
            <pc:sldMk cId="3420773655" sldId="286"/>
            <ac:spMk id="5" creationId="{2DE562CB-D2E9-6241-BEC8-77DD451491DD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5" creationId="{7690EA1B-1945-734A-CA5C-F3D235D77B56}"/>
          </ac:spMkLst>
        </pc:spChg>
        <pc:spChg chg="add mod ord">
          <ac:chgData name="Zambou Serge" userId="a47b8b402abeef11" providerId="LiveId" clId="{2DDAB4A6-AB19-4564-A05E-6B24E3051F03}" dt="2024-08-21T21:22:58.190" v="8928" actId="1037"/>
          <ac:spMkLst>
            <pc:docMk/>
            <pc:sldMk cId="3420773655" sldId="286"/>
            <ac:spMk id="6" creationId="{0175B560-A594-3AB2-AEDA-C083B2321612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6" creationId="{6D6CD9F7-EE23-F712-DEDF-D2503747ED12}"/>
          </ac:spMkLst>
        </pc:spChg>
        <pc:spChg chg="add del mod ord">
          <ac:chgData name="Zambou Serge" userId="a47b8b402abeef11" providerId="LiveId" clId="{2DDAB4A6-AB19-4564-A05E-6B24E3051F03}" dt="2024-08-21T21:22:58.190" v="8928" actId="1037"/>
          <ac:spMkLst>
            <pc:docMk/>
            <pc:sldMk cId="3420773655" sldId="286"/>
            <ac:spMk id="7" creationId="{9DAC3A13-2EF2-F9F3-BB51-374EA8B84B71}"/>
          </ac:spMkLst>
        </pc:spChg>
        <pc:spChg chg="add mod">
          <ac:chgData name="Zambou Serge" userId="a47b8b402abeef11" providerId="LiveId" clId="{2DDAB4A6-AB19-4564-A05E-6B24E3051F03}" dt="2024-08-21T21:25:38.154" v="8981" actId="20577"/>
          <ac:spMkLst>
            <pc:docMk/>
            <pc:sldMk cId="3420773655" sldId="286"/>
            <ac:spMk id="8" creationId="{E2A40FF5-0020-4198-1BE7-BBA91C4111B1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9" creationId="{4396983F-89B2-5ACC-B5C7-82985BEBC187}"/>
          </ac:spMkLst>
        </pc:spChg>
        <pc:spChg chg="add mod">
          <ac:chgData name="Zambou Serge" userId="a47b8b402abeef11" providerId="LiveId" clId="{2DDAB4A6-AB19-4564-A05E-6B24E3051F03}" dt="2024-08-21T21:22:58.190" v="8928" actId="1037"/>
          <ac:spMkLst>
            <pc:docMk/>
            <pc:sldMk cId="3420773655" sldId="286"/>
            <ac:spMk id="9" creationId="{A0FFE7CC-34C0-9267-0B32-98D0A0541FEC}"/>
          </ac:spMkLst>
        </pc:spChg>
        <pc:spChg chg="add mod">
          <ac:chgData name="Zambou Serge" userId="a47b8b402abeef11" providerId="LiveId" clId="{2DDAB4A6-AB19-4564-A05E-6B24E3051F03}" dt="2024-08-21T21:23:36.335" v="8932" actId="1076"/>
          <ac:spMkLst>
            <pc:docMk/>
            <pc:sldMk cId="3420773655" sldId="286"/>
            <ac:spMk id="10" creationId="{2E80F5A6-C339-9822-6C22-89B3195DF545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10" creationId="{A79C2C4C-4D2B-61D6-1760-E4704B027468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11" creationId="{738345EC-6EF1-6213-AB65-CE42BE85D945}"/>
          </ac:spMkLst>
        </pc:spChg>
        <pc:spChg chg="add mod">
          <ac:chgData name="Zambou Serge" userId="a47b8b402abeef11" providerId="LiveId" clId="{2DDAB4A6-AB19-4564-A05E-6B24E3051F03}" dt="2024-08-21T21:23:30.617" v="8931" actId="1076"/>
          <ac:spMkLst>
            <pc:docMk/>
            <pc:sldMk cId="3420773655" sldId="286"/>
            <ac:spMk id="11" creationId="{9526121E-985D-82EB-41EA-820B6EDC30A6}"/>
          </ac:spMkLst>
        </pc:spChg>
        <pc:spChg chg="add mod">
          <ac:chgData name="Zambou Serge" userId="a47b8b402abeef11" providerId="LiveId" clId="{2DDAB4A6-AB19-4564-A05E-6B24E3051F03}" dt="2024-08-21T21:22:58.190" v="8928" actId="1037"/>
          <ac:spMkLst>
            <pc:docMk/>
            <pc:sldMk cId="3420773655" sldId="286"/>
            <ac:spMk id="12" creationId="{EFC2338F-73FD-4C72-EA96-F032D02D0C77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13" creationId="{0D82901B-08DD-16FD-0559-62E1865B9C2B}"/>
          </ac:spMkLst>
        </pc:spChg>
        <pc:spChg chg="add mod">
          <ac:chgData name="Zambou Serge" userId="a47b8b402abeef11" providerId="LiveId" clId="{2DDAB4A6-AB19-4564-A05E-6B24E3051F03}" dt="2024-08-21T21:22:58.190" v="8928" actId="1037"/>
          <ac:spMkLst>
            <pc:docMk/>
            <pc:sldMk cId="3420773655" sldId="286"/>
            <ac:spMk id="13" creationId="{CD68938C-9146-26BC-C533-7A65B97E4F04}"/>
          </ac:spMkLst>
        </pc:spChg>
        <pc:spChg chg="add mod">
          <ac:chgData name="Zambou Serge" userId="a47b8b402abeef11" providerId="LiveId" clId="{2DDAB4A6-AB19-4564-A05E-6B24E3051F03}" dt="2024-08-21T21:22:58.190" v="8928" actId="1037"/>
          <ac:spMkLst>
            <pc:docMk/>
            <pc:sldMk cId="3420773655" sldId="286"/>
            <ac:spMk id="14" creationId="{4669A74B-5D3C-39E8-9F95-F9B915D75FA3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14" creationId="{EA6C466A-D762-087D-E0EB-04423BB97250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15" creationId="{7BBFDF78-5C64-2FFF-1050-DEF92CA516AA}"/>
          </ac:spMkLst>
        </pc:spChg>
        <pc:spChg chg="add mod">
          <ac:chgData name="Zambou Serge" userId="a47b8b402abeef11" providerId="LiveId" clId="{2DDAB4A6-AB19-4564-A05E-6B24E3051F03}" dt="2024-08-21T21:22:58.190" v="8928" actId="1037"/>
          <ac:spMkLst>
            <pc:docMk/>
            <pc:sldMk cId="3420773655" sldId="286"/>
            <ac:spMk id="15" creationId="{B831A60C-6212-A237-47BA-56B130CFB74C}"/>
          </ac:spMkLst>
        </pc:spChg>
        <pc:spChg chg="add mod">
          <ac:chgData name="Zambou Serge" userId="a47b8b402abeef11" providerId="LiveId" clId="{2DDAB4A6-AB19-4564-A05E-6B24E3051F03}" dt="2024-08-21T21:22:58.190" v="8928" actId="1037"/>
          <ac:spMkLst>
            <pc:docMk/>
            <pc:sldMk cId="3420773655" sldId="286"/>
            <ac:spMk id="16" creationId="{1C6D537F-74BA-662E-1D37-D781E9095272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16" creationId="{D62750A0-468E-4A3D-CDFC-1A94A7C4DB1B}"/>
          </ac:spMkLst>
        </pc:spChg>
        <pc:spChg chg="add mod">
          <ac:chgData name="Zambou Serge" userId="a47b8b402abeef11" providerId="LiveId" clId="{2DDAB4A6-AB19-4564-A05E-6B24E3051F03}" dt="2024-08-21T21:25:31.264" v="8980" actId="404"/>
          <ac:spMkLst>
            <pc:docMk/>
            <pc:sldMk cId="3420773655" sldId="286"/>
            <ac:spMk id="17" creationId="{32396330-E19A-A0FE-0293-61C031BD92A4}"/>
          </ac:spMkLst>
        </pc:spChg>
        <pc:spChg chg="add mod">
          <ac:chgData name="Zambou Serge" userId="a47b8b402abeef11" providerId="LiveId" clId="{2DDAB4A6-AB19-4564-A05E-6B24E3051F03}" dt="2024-08-21T21:22:58.190" v="8928" actId="1037"/>
          <ac:spMkLst>
            <pc:docMk/>
            <pc:sldMk cId="3420773655" sldId="286"/>
            <ac:spMk id="18" creationId="{DAF111EF-2149-46E1-2C55-9A408DAE4CBA}"/>
          </ac:spMkLst>
        </pc:spChg>
        <pc:spChg chg="add mod">
          <ac:chgData name="Zambou Serge" userId="a47b8b402abeef11" providerId="LiveId" clId="{2DDAB4A6-AB19-4564-A05E-6B24E3051F03}" dt="2024-08-21T21:25:15.180" v="8974" actId="1037"/>
          <ac:spMkLst>
            <pc:docMk/>
            <pc:sldMk cId="3420773655" sldId="286"/>
            <ac:spMk id="19" creationId="{BB10D14F-2B52-1DD8-C2EC-C21A38A6A7C6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19" creationId="{BD100810-D5B8-7621-A13A-0E643F8EA8A0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20" creationId="{6A6D155F-E9C8-5EDD-F58E-5A9FC5ED6CA3}"/>
          </ac:spMkLst>
        </pc:spChg>
        <pc:spChg chg="add mod">
          <ac:chgData name="Zambou Serge" userId="a47b8b402abeef11" providerId="LiveId" clId="{2DDAB4A6-AB19-4564-A05E-6B24E3051F03}" dt="2024-08-21T21:25:15.180" v="8974" actId="1037"/>
          <ac:spMkLst>
            <pc:docMk/>
            <pc:sldMk cId="3420773655" sldId="286"/>
            <ac:spMk id="20" creationId="{E5211057-9E10-64DC-C420-99780E946699}"/>
          </ac:spMkLst>
        </pc:spChg>
        <pc:spChg chg="add mod">
          <ac:chgData name="Zambou Serge" userId="a47b8b402abeef11" providerId="LiveId" clId="{2DDAB4A6-AB19-4564-A05E-6B24E3051F03}" dt="2024-08-21T21:25:15.180" v="8974" actId="1037"/>
          <ac:spMkLst>
            <pc:docMk/>
            <pc:sldMk cId="3420773655" sldId="286"/>
            <ac:spMk id="21" creationId="{D5E72222-2FAD-1B37-7C38-97983CA4BBB5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21" creationId="{ECFDE4BC-0D17-3F65-37DF-F9A6D5311DCC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22" creationId="{7BBBA6AA-A1F4-715B-846C-52EF464BECE5}"/>
          </ac:spMkLst>
        </pc:spChg>
        <pc:spChg chg="add del mod">
          <ac:chgData name="Zambou Serge" userId="a47b8b402abeef11" providerId="LiveId" clId="{2DDAB4A6-AB19-4564-A05E-6B24E3051F03}" dt="2024-08-21T21:24:45.079" v="8966" actId="478"/>
          <ac:spMkLst>
            <pc:docMk/>
            <pc:sldMk cId="3420773655" sldId="286"/>
            <ac:spMk id="22" creationId="{DDEE1432-F931-B9CE-211E-66C04C860124}"/>
          </ac:spMkLst>
        </pc:spChg>
        <pc:spChg chg="del">
          <ac:chgData name="Zambou Serge" userId="a47b8b402abeef11" providerId="LiveId" clId="{2DDAB4A6-AB19-4564-A05E-6B24E3051F03}" dt="2024-07-31T11:29:51.042" v="7530" actId="478"/>
          <ac:spMkLst>
            <pc:docMk/>
            <pc:sldMk cId="3420773655" sldId="286"/>
            <ac:spMk id="23" creationId="{02B59557-05E4-C652-8A52-58B3C5CB1416}"/>
          </ac:spMkLst>
        </pc:spChg>
        <pc:spChg chg="add mod">
          <ac:chgData name="Zambou Serge" userId="a47b8b402abeef11" providerId="LiveId" clId="{2DDAB4A6-AB19-4564-A05E-6B24E3051F03}" dt="2024-08-21T21:25:15.180" v="8974" actId="1037"/>
          <ac:spMkLst>
            <pc:docMk/>
            <pc:sldMk cId="3420773655" sldId="286"/>
            <ac:spMk id="23" creationId="{A4706452-69E2-1FEC-AF9D-3E64EB49CB6A}"/>
          </ac:spMkLst>
        </pc:spChg>
        <pc:spChg chg="add mod">
          <ac:chgData name="Zambou Serge" userId="a47b8b402abeef11" providerId="LiveId" clId="{2DDAB4A6-AB19-4564-A05E-6B24E3051F03}" dt="2024-08-21T21:22:58.190" v="8928" actId="1037"/>
          <ac:spMkLst>
            <pc:docMk/>
            <pc:sldMk cId="3420773655" sldId="286"/>
            <ac:spMk id="24" creationId="{95526896-BB80-5246-8EA5-4B29971235F4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24" creationId="{E91CB827-ADFD-3E0B-FC23-5B801146CC9F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25" creationId="{5CB28508-D69C-0A0E-EA42-9FBF92A2A6BC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26" creationId="{8CB48552-0A1A-A9A9-E50B-ED0B9F4FDC8A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27" creationId="{C07306C6-9545-34C2-CF63-22F3CC3EF4F9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28" creationId="{92186C8B-3E28-A42C-0CB4-E491D4AE8771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29" creationId="{334F9CF4-347F-303A-0032-740D2CF7B24E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30" creationId="{6A1DB39B-3800-D5CB-D295-BE8161FB0C81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31" creationId="{3734F508-962A-A68D-7D02-491EC5631988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32" creationId="{0779E840-C079-5607-70D5-5985F4618B39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33" creationId="{3871632E-2637-54CF-8F51-019D28F11EBF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38" creationId="{FAF4BC19-20EB-2165-46FA-2A54464113B1}"/>
          </ac:spMkLst>
        </pc:spChg>
        <pc:spChg chg="del">
          <ac:chgData name="Zambou Serge" userId="a47b8b402abeef11" providerId="LiveId" clId="{2DDAB4A6-AB19-4564-A05E-6B24E3051F03}" dt="2024-07-31T11:29:49.932" v="7529" actId="478"/>
          <ac:spMkLst>
            <pc:docMk/>
            <pc:sldMk cId="3420773655" sldId="286"/>
            <ac:spMk id="42" creationId="{C1B2D9F4-DD67-D901-34B5-9BAAD0C33055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43" creationId="{36DA3928-3E0E-DDF6-66B4-694C53A0ADB4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44" creationId="{876AED24-6D21-0F8B-5D8C-8EF218DE7E03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45" creationId="{DB3D3711-1D22-5279-5FE4-78FBA54B64AA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49" creationId="{DE290AAA-F501-6A93-E0A8-900D801546EC}"/>
          </ac:spMkLst>
        </pc:spChg>
        <pc:spChg chg="del">
          <ac:chgData name="Zambou Serge" userId="a47b8b402abeef11" providerId="LiveId" clId="{2DDAB4A6-AB19-4564-A05E-6B24E3051F03}" dt="2024-07-31T11:29:53.747" v="7531" actId="478"/>
          <ac:spMkLst>
            <pc:docMk/>
            <pc:sldMk cId="3420773655" sldId="286"/>
            <ac:spMk id="50" creationId="{A4D443BF-3E62-9C56-1AC9-48825BD030A2}"/>
          </ac:spMkLst>
        </pc:spChg>
        <pc:graphicFrameChg chg="del">
          <ac:chgData name="Zambou Serge" userId="a47b8b402abeef11" providerId="LiveId" clId="{2DDAB4A6-AB19-4564-A05E-6B24E3051F03}" dt="2024-07-31T11:29:53.747" v="7531" actId="478"/>
          <ac:graphicFrameMkLst>
            <pc:docMk/>
            <pc:sldMk cId="3420773655" sldId="286"/>
            <ac:graphicFrameMk id="35" creationId="{88819D65-C057-621D-BFCB-2D26DD162CA2}"/>
          </ac:graphicFrameMkLst>
        </pc:graphicFrameChg>
        <pc:graphicFrameChg chg="del">
          <ac:chgData name="Zambou Serge" userId="a47b8b402abeef11" providerId="LiveId" clId="{2DDAB4A6-AB19-4564-A05E-6B24E3051F03}" dt="2024-07-31T11:29:53.747" v="7531" actId="478"/>
          <ac:graphicFrameMkLst>
            <pc:docMk/>
            <pc:sldMk cId="3420773655" sldId="286"/>
            <ac:graphicFrameMk id="39" creationId="{51D8895F-F22B-7B96-7C52-CCC1C8069D05}"/>
          </ac:graphicFrameMkLst>
        </pc:graphicFrameChg>
        <pc:graphicFrameChg chg="del">
          <ac:chgData name="Zambou Serge" userId="a47b8b402abeef11" providerId="LiveId" clId="{2DDAB4A6-AB19-4564-A05E-6B24E3051F03}" dt="2024-07-31T11:29:53.747" v="7531" actId="478"/>
          <ac:graphicFrameMkLst>
            <pc:docMk/>
            <pc:sldMk cId="3420773655" sldId="286"/>
            <ac:graphicFrameMk id="40" creationId="{96A751D7-3768-A26C-686C-7313D368C8C5}"/>
          </ac:graphicFrameMkLst>
        </pc:graphicFrameChg>
        <pc:graphicFrameChg chg="del">
          <ac:chgData name="Zambou Serge" userId="a47b8b402abeef11" providerId="LiveId" clId="{2DDAB4A6-AB19-4564-A05E-6B24E3051F03}" dt="2024-07-31T11:29:53.747" v="7531" actId="478"/>
          <ac:graphicFrameMkLst>
            <pc:docMk/>
            <pc:sldMk cId="3420773655" sldId="286"/>
            <ac:graphicFrameMk id="41" creationId="{8CBFBA4A-899B-3FAA-0AAE-BC97F3D7C4A2}"/>
          </ac:graphicFrameMkLst>
        </pc:graphicFrameChg>
        <pc:graphicFrameChg chg="del">
          <ac:chgData name="Zambou Serge" userId="a47b8b402abeef11" providerId="LiveId" clId="{2DDAB4A6-AB19-4564-A05E-6B24E3051F03}" dt="2024-07-31T11:29:53.747" v="7531" actId="478"/>
          <ac:graphicFrameMkLst>
            <pc:docMk/>
            <pc:sldMk cId="3420773655" sldId="286"/>
            <ac:graphicFrameMk id="48" creationId="{629EDEEF-8DC6-8741-8AE5-A878EB43D33B}"/>
          </ac:graphicFrameMkLst>
        </pc:graphicFrameChg>
      </pc:sldChg>
      <pc:sldChg chg="addSp delSp modSp add mod">
        <pc:chgData name="Zambou Serge" userId="a47b8b402abeef11" providerId="LiveId" clId="{2DDAB4A6-AB19-4564-A05E-6B24E3051F03}" dt="2024-08-30T20:57:22.927" v="8992" actId="1036"/>
        <pc:sldMkLst>
          <pc:docMk/>
          <pc:sldMk cId="3717451851" sldId="287"/>
        </pc:sldMkLst>
        <pc:spChg chg="mod">
          <ac:chgData name="Zambou Serge" userId="a47b8b402abeef11" providerId="LiveId" clId="{2DDAB4A6-AB19-4564-A05E-6B24E3051F03}" dt="2024-08-07T22:18:44.980" v="8271" actId="1038"/>
          <ac:spMkLst>
            <pc:docMk/>
            <pc:sldMk cId="3717451851" sldId="287"/>
            <ac:spMk id="4" creationId="{6E3CCA2D-E22B-6C79-BA87-5815DDC878A4}"/>
          </ac:spMkLst>
        </pc:spChg>
        <pc:spChg chg="mod">
          <ac:chgData name="Zambou Serge" userId="a47b8b402abeef11" providerId="LiveId" clId="{2DDAB4A6-AB19-4564-A05E-6B24E3051F03}" dt="2024-08-07T22:18:44.980" v="8271" actId="1038"/>
          <ac:spMkLst>
            <pc:docMk/>
            <pc:sldMk cId="3717451851" sldId="287"/>
            <ac:spMk id="5" creationId="{7690EA1B-1945-734A-CA5C-F3D235D77B56}"/>
          </ac:spMkLst>
        </pc:spChg>
        <pc:spChg chg="mod">
          <ac:chgData name="Zambou Serge" userId="a47b8b402abeef11" providerId="LiveId" clId="{2DDAB4A6-AB19-4564-A05E-6B24E3051F03}" dt="2024-08-07T22:21:15.171" v="8299" actId="207"/>
          <ac:spMkLst>
            <pc:docMk/>
            <pc:sldMk cId="3717451851" sldId="287"/>
            <ac:spMk id="6" creationId="{6D6CD9F7-EE23-F712-DEDF-D2503747ED12}"/>
          </ac:spMkLst>
        </pc:spChg>
        <pc:spChg chg="add mod">
          <ac:chgData name="Zambou Serge" userId="a47b8b402abeef11" providerId="LiveId" clId="{2DDAB4A6-AB19-4564-A05E-6B24E3051F03}" dt="2024-08-08T11:55:30.297" v="8350" actId="1076"/>
          <ac:spMkLst>
            <pc:docMk/>
            <pc:sldMk cId="3717451851" sldId="287"/>
            <ac:spMk id="7" creationId="{A59161F4-D173-BCA1-216E-FED4D9790E0D}"/>
          </ac:spMkLst>
        </pc:spChg>
        <pc:spChg chg="add mod">
          <ac:chgData name="Zambou Serge" userId="a47b8b402abeef11" providerId="LiveId" clId="{2DDAB4A6-AB19-4564-A05E-6B24E3051F03}" dt="2024-08-07T21:45:22.081" v="7763" actId="1038"/>
          <ac:spMkLst>
            <pc:docMk/>
            <pc:sldMk cId="3717451851" sldId="287"/>
            <ac:spMk id="8" creationId="{99B73F33-65C7-F48D-095E-602055B3F66E}"/>
          </ac:spMkLst>
        </pc:spChg>
        <pc:spChg chg="mod">
          <ac:chgData name="Zambou Serge" userId="a47b8b402abeef11" providerId="LiveId" clId="{2DDAB4A6-AB19-4564-A05E-6B24E3051F03}" dt="2024-08-30T20:55:33.344" v="8988" actId="20577"/>
          <ac:spMkLst>
            <pc:docMk/>
            <pc:sldMk cId="3717451851" sldId="287"/>
            <ac:spMk id="9" creationId="{4396983F-89B2-5ACC-B5C7-82985BEBC187}"/>
          </ac:spMkLst>
        </pc:spChg>
        <pc:spChg chg="mod">
          <ac:chgData name="Zambou Serge" userId="a47b8b402abeef11" providerId="LiveId" clId="{2DDAB4A6-AB19-4564-A05E-6B24E3051F03}" dt="2024-08-07T22:21:50.484" v="8301" actId="207"/>
          <ac:spMkLst>
            <pc:docMk/>
            <pc:sldMk cId="3717451851" sldId="287"/>
            <ac:spMk id="10" creationId="{A79C2C4C-4D2B-61D6-1760-E4704B027468}"/>
          </ac:spMkLst>
        </pc:spChg>
        <pc:spChg chg="del">
          <ac:chgData name="Zambou Serge" userId="a47b8b402abeef11" providerId="LiveId" clId="{2DDAB4A6-AB19-4564-A05E-6B24E3051F03}" dt="2024-08-07T21:42:13.693" v="7722" actId="478"/>
          <ac:spMkLst>
            <pc:docMk/>
            <pc:sldMk cId="3717451851" sldId="287"/>
            <ac:spMk id="11" creationId="{738345EC-6EF1-6213-AB65-CE42BE85D945}"/>
          </ac:spMkLst>
        </pc:spChg>
        <pc:spChg chg="add mod">
          <ac:chgData name="Zambou Serge" userId="a47b8b402abeef11" providerId="LiveId" clId="{2DDAB4A6-AB19-4564-A05E-6B24E3051F03}" dt="2024-08-07T21:45:13.848" v="7757" actId="1037"/>
          <ac:spMkLst>
            <pc:docMk/>
            <pc:sldMk cId="3717451851" sldId="287"/>
            <ac:spMk id="12" creationId="{5C0359EF-B2A7-2FB1-DC64-0C26ECF1895A}"/>
          </ac:spMkLst>
        </pc:spChg>
        <pc:spChg chg="mod">
          <ac:chgData name="Zambou Serge" userId="a47b8b402abeef11" providerId="LiveId" clId="{2DDAB4A6-AB19-4564-A05E-6B24E3051F03}" dt="2024-08-30T20:55:45.059" v="8990" actId="14100"/>
          <ac:spMkLst>
            <pc:docMk/>
            <pc:sldMk cId="3717451851" sldId="287"/>
            <ac:spMk id="13" creationId="{0D82901B-08DD-16FD-0559-62E1865B9C2B}"/>
          </ac:spMkLst>
        </pc:spChg>
        <pc:spChg chg="mod">
          <ac:chgData name="Zambou Serge" userId="a47b8b402abeef11" providerId="LiveId" clId="{2DDAB4A6-AB19-4564-A05E-6B24E3051F03}" dt="2024-08-07T21:56:51.843" v="7873" actId="1076"/>
          <ac:spMkLst>
            <pc:docMk/>
            <pc:sldMk cId="3717451851" sldId="287"/>
            <ac:spMk id="14" creationId="{EA6C466A-D762-087D-E0EB-04423BB97250}"/>
          </ac:spMkLst>
        </pc:spChg>
        <pc:spChg chg="add mod">
          <ac:chgData name="Zambou Serge" userId="a47b8b402abeef11" providerId="LiveId" clId="{2DDAB4A6-AB19-4564-A05E-6B24E3051F03}" dt="2024-08-07T21:45:35.956" v="7775" actId="1036"/>
          <ac:spMkLst>
            <pc:docMk/>
            <pc:sldMk cId="3717451851" sldId="287"/>
            <ac:spMk id="17" creationId="{4BE0AE95-9BB3-4450-ED35-9F4A706738EC}"/>
          </ac:spMkLst>
        </pc:spChg>
        <pc:spChg chg="add mod">
          <ac:chgData name="Zambou Serge" userId="a47b8b402abeef11" providerId="LiveId" clId="{2DDAB4A6-AB19-4564-A05E-6B24E3051F03}" dt="2024-08-07T21:44:43.370" v="7733" actId="1076"/>
          <ac:spMkLst>
            <pc:docMk/>
            <pc:sldMk cId="3717451851" sldId="287"/>
            <ac:spMk id="18" creationId="{EBF19AD7-39B8-6ACE-2DE0-51E87AF28B99}"/>
          </ac:spMkLst>
        </pc:spChg>
        <pc:spChg chg="mod">
          <ac:chgData name="Zambou Serge" userId="a47b8b402abeef11" providerId="LiveId" clId="{2DDAB4A6-AB19-4564-A05E-6B24E3051F03}" dt="2024-08-07T22:18:52.872" v="8298" actId="1038"/>
          <ac:spMkLst>
            <pc:docMk/>
            <pc:sldMk cId="3717451851" sldId="287"/>
            <ac:spMk id="20" creationId="{6A6D155F-E9C8-5EDD-F58E-5A9FC5ED6CA3}"/>
          </ac:spMkLst>
        </pc:spChg>
        <pc:spChg chg="mod">
          <ac:chgData name="Zambou Serge" userId="a47b8b402abeef11" providerId="LiveId" clId="{2DDAB4A6-AB19-4564-A05E-6B24E3051F03}" dt="2024-08-07T22:18:44.980" v="8271" actId="1038"/>
          <ac:spMkLst>
            <pc:docMk/>
            <pc:sldMk cId="3717451851" sldId="287"/>
            <ac:spMk id="21" creationId="{ECFDE4BC-0D17-3F65-37DF-F9A6D5311DCC}"/>
          </ac:spMkLst>
        </pc:spChg>
        <pc:spChg chg="mod">
          <ac:chgData name="Zambou Serge" userId="a47b8b402abeef11" providerId="LiveId" clId="{2DDAB4A6-AB19-4564-A05E-6B24E3051F03}" dt="2024-08-07T22:18:26.187" v="8205" actId="1038"/>
          <ac:spMkLst>
            <pc:docMk/>
            <pc:sldMk cId="3717451851" sldId="287"/>
            <ac:spMk id="22" creationId="{7BBBA6AA-A1F4-715B-846C-52EF464BECE5}"/>
          </ac:spMkLst>
        </pc:spChg>
        <pc:spChg chg="mod">
          <ac:chgData name="Zambou Serge" userId="a47b8b402abeef11" providerId="LiveId" clId="{2DDAB4A6-AB19-4564-A05E-6B24E3051F03}" dt="2024-08-07T22:18:52.872" v="8298" actId="1038"/>
          <ac:spMkLst>
            <pc:docMk/>
            <pc:sldMk cId="3717451851" sldId="287"/>
            <ac:spMk id="26" creationId="{8CB48552-0A1A-A9A9-E50B-ED0B9F4FDC8A}"/>
          </ac:spMkLst>
        </pc:spChg>
        <pc:spChg chg="mod">
          <ac:chgData name="Zambou Serge" userId="a47b8b402abeef11" providerId="LiveId" clId="{2DDAB4A6-AB19-4564-A05E-6B24E3051F03}" dt="2024-08-07T22:18:52.872" v="8298" actId="1038"/>
          <ac:spMkLst>
            <pc:docMk/>
            <pc:sldMk cId="3717451851" sldId="287"/>
            <ac:spMk id="27" creationId="{C07306C6-9545-34C2-CF63-22F3CC3EF4F9}"/>
          </ac:spMkLst>
        </pc:spChg>
        <pc:spChg chg="mod">
          <ac:chgData name="Zambou Serge" userId="a47b8b402abeef11" providerId="LiveId" clId="{2DDAB4A6-AB19-4564-A05E-6B24E3051F03}" dt="2024-08-30T20:57:22.927" v="8992" actId="1036"/>
          <ac:spMkLst>
            <pc:docMk/>
            <pc:sldMk cId="3717451851" sldId="287"/>
            <ac:spMk id="28" creationId="{92186C8B-3E28-A42C-0CB4-E491D4AE8771}"/>
          </ac:spMkLst>
        </pc:spChg>
        <pc:spChg chg="mod">
          <ac:chgData name="Zambou Serge" userId="a47b8b402abeef11" providerId="LiveId" clId="{2DDAB4A6-AB19-4564-A05E-6B24E3051F03}" dt="2024-08-07T22:23:00.430" v="8302" actId="14100"/>
          <ac:spMkLst>
            <pc:docMk/>
            <pc:sldMk cId="3717451851" sldId="287"/>
            <ac:spMk id="29" creationId="{334F9CF4-347F-303A-0032-740D2CF7B24E}"/>
          </ac:spMkLst>
        </pc:spChg>
        <pc:spChg chg="mod">
          <ac:chgData name="Zambou Serge" userId="a47b8b402abeef11" providerId="LiveId" clId="{2DDAB4A6-AB19-4564-A05E-6B24E3051F03}" dt="2024-08-07T22:24:34.354" v="8315" actId="207"/>
          <ac:spMkLst>
            <pc:docMk/>
            <pc:sldMk cId="3717451851" sldId="287"/>
            <ac:spMk id="30" creationId="{6A1DB39B-3800-D5CB-D295-BE8161FB0C81}"/>
          </ac:spMkLst>
        </pc:spChg>
        <pc:spChg chg="del">
          <ac:chgData name="Zambou Serge" userId="a47b8b402abeef11" providerId="LiveId" clId="{2DDAB4A6-AB19-4564-A05E-6B24E3051F03}" dt="2024-08-07T22:15:50.867" v="8162" actId="478"/>
          <ac:spMkLst>
            <pc:docMk/>
            <pc:sldMk cId="3717451851" sldId="287"/>
            <ac:spMk id="31" creationId="{3734F508-962A-A68D-7D02-491EC5631988}"/>
          </ac:spMkLst>
        </pc:spChg>
        <pc:spChg chg="mod">
          <ac:chgData name="Zambou Serge" userId="a47b8b402abeef11" providerId="LiveId" clId="{2DDAB4A6-AB19-4564-A05E-6B24E3051F03}" dt="2024-08-07T22:24:59.468" v="8316" actId="207"/>
          <ac:spMkLst>
            <pc:docMk/>
            <pc:sldMk cId="3717451851" sldId="287"/>
            <ac:spMk id="32" creationId="{0779E840-C079-5607-70D5-5985F4618B39}"/>
          </ac:spMkLst>
        </pc:spChg>
        <pc:spChg chg="mod">
          <ac:chgData name="Zambou Serge" userId="a47b8b402abeef11" providerId="LiveId" clId="{2DDAB4A6-AB19-4564-A05E-6B24E3051F03}" dt="2024-08-07T22:15:46.186" v="8161" actId="1076"/>
          <ac:spMkLst>
            <pc:docMk/>
            <pc:sldMk cId="3717451851" sldId="287"/>
            <ac:spMk id="33" creationId="{3871632E-2637-54CF-8F51-019D28F11EBF}"/>
          </ac:spMkLst>
        </pc:spChg>
        <pc:spChg chg="add mod">
          <ac:chgData name="Zambou Serge" userId="a47b8b402abeef11" providerId="LiveId" clId="{2DDAB4A6-AB19-4564-A05E-6B24E3051F03}" dt="2024-08-07T22:17:56.148" v="8173" actId="1076"/>
          <ac:spMkLst>
            <pc:docMk/>
            <pc:sldMk cId="3717451851" sldId="287"/>
            <ac:spMk id="34" creationId="{CBA63CB9-77AC-680D-AC11-D56353209B9F}"/>
          </ac:spMkLst>
        </pc:spChg>
        <pc:spChg chg="add mod">
          <ac:chgData name="Zambou Serge" userId="a47b8b402abeef11" providerId="LiveId" clId="{2DDAB4A6-AB19-4564-A05E-6B24E3051F03}" dt="2024-08-07T22:17:59.810" v="8174" actId="1076"/>
          <ac:spMkLst>
            <pc:docMk/>
            <pc:sldMk cId="3717451851" sldId="287"/>
            <ac:spMk id="36" creationId="{DAD8A62B-7B09-014C-2E06-F28AC44B74B4}"/>
          </ac:spMkLst>
        </pc:spChg>
        <pc:spChg chg="add mod">
          <ac:chgData name="Zambou Serge" userId="a47b8b402abeef11" providerId="LiveId" clId="{2DDAB4A6-AB19-4564-A05E-6B24E3051F03}" dt="2024-08-07T22:17:36.221" v="8170" actId="1076"/>
          <ac:spMkLst>
            <pc:docMk/>
            <pc:sldMk cId="3717451851" sldId="287"/>
            <ac:spMk id="37" creationId="{588C8983-367A-7D53-79E0-7EABAEFFC59B}"/>
          </ac:spMkLst>
        </pc:spChg>
        <pc:spChg chg="mod">
          <ac:chgData name="Zambou Serge" userId="a47b8b402abeef11" providerId="LiveId" clId="{2DDAB4A6-AB19-4564-A05E-6B24E3051F03}" dt="2024-08-07T22:15:46.186" v="8161" actId="1076"/>
          <ac:spMkLst>
            <pc:docMk/>
            <pc:sldMk cId="3717451851" sldId="287"/>
            <ac:spMk id="38" creationId="{FAF4BC19-20EB-2165-46FA-2A54464113B1}"/>
          </ac:spMkLst>
        </pc:spChg>
        <pc:spChg chg="del">
          <ac:chgData name="Zambou Serge" userId="a47b8b402abeef11" providerId="LiveId" clId="{2DDAB4A6-AB19-4564-A05E-6B24E3051F03}" dt="2024-08-07T21:39:18.396" v="7607" actId="478"/>
          <ac:spMkLst>
            <pc:docMk/>
            <pc:sldMk cId="3717451851" sldId="287"/>
            <ac:spMk id="42" creationId="{C1B2D9F4-DD67-D901-34B5-9BAAD0C33055}"/>
          </ac:spMkLst>
        </pc:spChg>
        <pc:spChg chg="mod">
          <ac:chgData name="Zambou Serge" userId="a47b8b402abeef11" providerId="LiveId" clId="{2DDAB4A6-AB19-4564-A05E-6B24E3051F03}" dt="2024-08-07T22:21:25.914" v="8300" actId="207"/>
          <ac:spMkLst>
            <pc:docMk/>
            <pc:sldMk cId="3717451851" sldId="287"/>
            <ac:spMk id="43" creationId="{36DA3928-3E0E-DDF6-66B4-694C53A0ADB4}"/>
          </ac:spMkLst>
        </pc:spChg>
        <pc:spChg chg="del">
          <ac:chgData name="Zambou Serge" userId="a47b8b402abeef11" providerId="LiveId" clId="{2DDAB4A6-AB19-4564-A05E-6B24E3051F03}" dt="2024-08-07T22:16:37.989" v="8165" actId="478"/>
          <ac:spMkLst>
            <pc:docMk/>
            <pc:sldMk cId="3717451851" sldId="287"/>
            <ac:spMk id="44" creationId="{876AED24-6D21-0F8B-5D8C-8EF218DE7E03}"/>
          </ac:spMkLst>
        </pc:spChg>
        <pc:spChg chg="mod">
          <ac:chgData name="Zambou Serge" userId="a47b8b402abeef11" providerId="LiveId" clId="{2DDAB4A6-AB19-4564-A05E-6B24E3051F03}" dt="2024-08-07T22:18:44.980" v="8271" actId="1038"/>
          <ac:spMkLst>
            <pc:docMk/>
            <pc:sldMk cId="3717451851" sldId="287"/>
            <ac:spMk id="45" creationId="{DB3D3711-1D22-5279-5FE4-78FBA54B64AA}"/>
          </ac:spMkLst>
        </pc:spChg>
        <pc:spChg chg="add mod">
          <ac:chgData name="Zambou Serge" userId="a47b8b402abeef11" providerId="LiveId" clId="{2DDAB4A6-AB19-4564-A05E-6B24E3051F03}" dt="2024-08-07T22:05:38.364" v="7967" actId="1076"/>
          <ac:spMkLst>
            <pc:docMk/>
            <pc:sldMk cId="3717451851" sldId="287"/>
            <ac:spMk id="46" creationId="{3D719564-E9C3-2F57-DF6A-D2E2C6E9DF46}"/>
          </ac:spMkLst>
        </pc:spChg>
        <pc:spChg chg="add mod">
          <ac:chgData name="Zambou Serge" userId="a47b8b402abeef11" providerId="LiveId" clId="{2DDAB4A6-AB19-4564-A05E-6B24E3051F03}" dt="2024-08-07T22:00:40.030" v="7952" actId="1076"/>
          <ac:spMkLst>
            <pc:docMk/>
            <pc:sldMk cId="3717451851" sldId="287"/>
            <ac:spMk id="47" creationId="{70A114DC-5406-1251-D671-80EDFB880A33}"/>
          </ac:spMkLst>
        </pc:spChg>
        <pc:spChg chg="mod">
          <ac:chgData name="Zambou Serge" userId="a47b8b402abeef11" providerId="LiveId" clId="{2DDAB4A6-AB19-4564-A05E-6B24E3051F03}" dt="2024-08-07T22:18:26.187" v="8205" actId="1038"/>
          <ac:spMkLst>
            <pc:docMk/>
            <pc:sldMk cId="3717451851" sldId="287"/>
            <ac:spMk id="49" creationId="{DE290AAA-F501-6A93-E0A8-900D801546EC}"/>
          </ac:spMkLst>
        </pc:spChg>
        <pc:spChg chg="mod">
          <ac:chgData name="Zambou Serge" userId="a47b8b402abeef11" providerId="LiveId" clId="{2DDAB4A6-AB19-4564-A05E-6B24E3051F03}" dt="2024-08-07T22:18:26.187" v="8205" actId="1038"/>
          <ac:spMkLst>
            <pc:docMk/>
            <pc:sldMk cId="3717451851" sldId="287"/>
            <ac:spMk id="50" creationId="{A4D443BF-3E62-9C56-1AC9-48825BD030A2}"/>
          </ac:spMkLst>
        </pc:spChg>
        <pc:spChg chg="add mod">
          <ac:chgData name="Zambou Serge" userId="a47b8b402abeef11" providerId="LiveId" clId="{2DDAB4A6-AB19-4564-A05E-6B24E3051F03}" dt="2024-08-07T22:09:18.461" v="8120" actId="1076"/>
          <ac:spMkLst>
            <pc:docMk/>
            <pc:sldMk cId="3717451851" sldId="287"/>
            <ac:spMk id="51" creationId="{CE7A9BBE-B98B-8681-B519-B32EFD775D8B}"/>
          </ac:spMkLst>
        </pc:spChg>
        <pc:spChg chg="add mod">
          <ac:chgData name="Zambou Serge" userId="a47b8b402abeef11" providerId="LiveId" clId="{2DDAB4A6-AB19-4564-A05E-6B24E3051F03}" dt="2024-08-07T22:03:17.924" v="7953" actId="1076"/>
          <ac:spMkLst>
            <pc:docMk/>
            <pc:sldMk cId="3717451851" sldId="287"/>
            <ac:spMk id="52" creationId="{4CDFAF4F-C523-8D59-F897-27AA64ADE251}"/>
          </ac:spMkLst>
        </pc:spChg>
        <pc:spChg chg="add mod">
          <ac:chgData name="Zambou Serge" userId="a47b8b402abeef11" providerId="LiveId" clId="{2DDAB4A6-AB19-4564-A05E-6B24E3051F03}" dt="2024-08-07T22:05:46.026" v="7969" actId="1076"/>
          <ac:spMkLst>
            <pc:docMk/>
            <pc:sldMk cId="3717451851" sldId="287"/>
            <ac:spMk id="53" creationId="{9F68879C-C753-5C0B-313D-F17F5C2B1491}"/>
          </ac:spMkLst>
        </pc:spChg>
        <pc:spChg chg="add mod">
          <ac:chgData name="Zambou Serge" userId="a47b8b402abeef11" providerId="LiveId" clId="{2DDAB4A6-AB19-4564-A05E-6B24E3051F03}" dt="2024-08-07T22:08:57.922" v="8117" actId="20577"/>
          <ac:spMkLst>
            <pc:docMk/>
            <pc:sldMk cId="3717451851" sldId="287"/>
            <ac:spMk id="54" creationId="{FEED0B36-0FC1-F562-A107-047822487CB6}"/>
          </ac:spMkLst>
        </pc:spChg>
        <pc:spChg chg="add mod">
          <ac:chgData name="Zambou Serge" userId="a47b8b402abeef11" providerId="LiveId" clId="{2DDAB4A6-AB19-4564-A05E-6B24E3051F03}" dt="2024-08-07T22:09:08.779" v="8118"/>
          <ac:spMkLst>
            <pc:docMk/>
            <pc:sldMk cId="3717451851" sldId="287"/>
            <ac:spMk id="55" creationId="{92AA81DA-E741-61EE-BF66-A61616188D3D}"/>
          </ac:spMkLst>
        </pc:spChg>
        <pc:spChg chg="add mod">
          <ac:chgData name="Zambou Serge" userId="a47b8b402abeef11" providerId="LiveId" clId="{2DDAB4A6-AB19-4564-A05E-6B24E3051F03}" dt="2024-08-07T22:15:02.643" v="8140" actId="20577"/>
          <ac:spMkLst>
            <pc:docMk/>
            <pc:sldMk cId="3717451851" sldId="287"/>
            <ac:spMk id="56" creationId="{602F0661-D47D-26F8-961D-FD3A97CE7081}"/>
          </ac:spMkLst>
        </pc:spChg>
        <pc:spChg chg="add mod">
          <ac:chgData name="Zambou Serge" userId="a47b8b402abeef11" providerId="LiveId" clId="{2DDAB4A6-AB19-4564-A05E-6B24E3051F03}" dt="2024-08-07T22:15:24.684" v="8160" actId="20577"/>
          <ac:spMkLst>
            <pc:docMk/>
            <pc:sldMk cId="3717451851" sldId="287"/>
            <ac:spMk id="57" creationId="{499FAB4C-06D1-2776-32A1-29BA897FAFD4}"/>
          </ac:spMkLst>
        </pc:spChg>
        <pc:spChg chg="add mod">
          <ac:chgData name="Zambou Serge" userId="a47b8b402abeef11" providerId="LiveId" clId="{2DDAB4A6-AB19-4564-A05E-6B24E3051F03}" dt="2024-08-07T22:23:18.203" v="8311" actId="20577"/>
          <ac:spMkLst>
            <pc:docMk/>
            <pc:sldMk cId="3717451851" sldId="287"/>
            <ac:spMk id="58" creationId="{D6489714-423E-3609-9812-84D76572A2D3}"/>
          </ac:spMkLst>
        </pc:spChg>
        <pc:spChg chg="add mod">
          <ac:chgData name="Zambou Serge" userId="a47b8b402abeef11" providerId="LiveId" clId="{2DDAB4A6-AB19-4564-A05E-6B24E3051F03}" dt="2024-08-08T13:01:04.729" v="8355" actId="1076"/>
          <ac:spMkLst>
            <pc:docMk/>
            <pc:sldMk cId="3717451851" sldId="287"/>
            <ac:spMk id="59" creationId="{99DA8FF4-18C3-839B-7548-926B6CE8EFE6}"/>
          </ac:spMkLst>
        </pc:spChg>
        <pc:spChg chg="add mod">
          <ac:chgData name="Zambou Serge" userId="a47b8b402abeef11" providerId="LiveId" clId="{2DDAB4A6-AB19-4564-A05E-6B24E3051F03}" dt="2024-08-08T13:00:09.716" v="8354" actId="1076"/>
          <ac:spMkLst>
            <pc:docMk/>
            <pc:sldMk cId="3717451851" sldId="287"/>
            <ac:spMk id="60" creationId="{48B0BD1A-D5D9-C4E8-2F31-B22042EC7FA7}"/>
          </ac:spMkLst>
        </pc:spChg>
        <pc:spChg chg="add mod">
          <ac:chgData name="Zambou Serge" userId="a47b8b402abeef11" providerId="LiveId" clId="{2DDAB4A6-AB19-4564-A05E-6B24E3051F03}" dt="2024-08-08T09:50:00.766" v="8339" actId="20577"/>
          <ac:spMkLst>
            <pc:docMk/>
            <pc:sldMk cId="3717451851" sldId="287"/>
            <ac:spMk id="61" creationId="{C7A86749-81D9-4551-EA2E-211FEE8F8192}"/>
          </ac:spMkLst>
        </pc:spChg>
        <pc:spChg chg="add mod">
          <ac:chgData name="Zambou Serge" userId="a47b8b402abeef11" providerId="LiveId" clId="{2DDAB4A6-AB19-4564-A05E-6B24E3051F03}" dt="2024-08-14T19:36:44.454" v="8362" actId="1076"/>
          <ac:spMkLst>
            <pc:docMk/>
            <pc:sldMk cId="3717451851" sldId="287"/>
            <ac:spMk id="62" creationId="{50209B06-202D-0181-1665-C392BFE3247B}"/>
          </ac:spMkLst>
        </pc:spChg>
        <pc:spChg chg="add mod">
          <ac:chgData name="Zambou Serge" userId="a47b8b402abeef11" providerId="LiveId" clId="{2DDAB4A6-AB19-4564-A05E-6B24E3051F03}" dt="2024-08-08T11:52:54.612" v="8347" actId="1076"/>
          <ac:spMkLst>
            <pc:docMk/>
            <pc:sldMk cId="3717451851" sldId="287"/>
            <ac:spMk id="63" creationId="{36A360E1-6FF7-6E67-752D-09D76E47182D}"/>
          </ac:spMkLst>
        </pc:spChg>
        <pc:spChg chg="add mod">
          <ac:chgData name="Zambou Serge" userId="a47b8b402abeef11" providerId="LiveId" clId="{2DDAB4A6-AB19-4564-A05E-6B24E3051F03}" dt="2024-08-08T09:51:05.567" v="8342" actId="20577"/>
          <ac:spMkLst>
            <pc:docMk/>
            <pc:sldMk cId="3717451851" sldId="287"/>
            <ac:spMk id="64" creationId="{AC4909B7-658B-FAEC-8E78-5A8D2DBBE5F7}"/>
          </ac:spMkLst>
        </pc:spChg>
        <pc:spChg chg="add del mod">
          <ac:chgData name="Zambou Serge" userId="a47b8b402abeef11" providerId="LiveId" clId="{2DDAB4A6-AB19-4564-A05E-6B24E3051F03}" dt="2024-08-08T11:54:50.957" v="8348" actId="478"/>
          <ac:spMkLst>
            <pc:docMk/>
            <pc:sldMk cId="3717451851" sldId="287"/>
            <ac:spMk id="65" creationId="{7275D99A-FC5A-2C00-83AF-CD144F3231EF}"/>
          </ac:spMkLst>
        </pc:spChg>
        <pc:spChg chg="add mod">
          <ac:chgData name="Zambou Serge" userId="a47b8b402abeef11" providerId="LiveId" clId="{2DDAB4A6-AB19-4564-A05E-6B24E3051F03}" dt="2024-08-08T09:52:00.055" v="8345" actId="20577"/>
          <ac:spMkLst>
            <pc:docMk/>
            <pc:sldMk cId="3717451851" sldId="287"/>
            <ac:spMk id="66" creationId="{180BFF95-5C2A-7F81-6A79-AA4F6D6AF4BC}"/>
          </ac:spMkLst>
        </pc:spChg>
        <pc:graphicFrameChg chg="del">
          <ac:chgData name="Zambou Serge" userId="a47b8b402abeef11" providerId="LiveId" clId="{2DDAB4A6-AB19-4564-A05E-6B24E3051F03}" dt="2024-08-07T21:53:17.160" v="7817" actId="478"/>
          <ac:graphicFrameMkLst>
            <pc:docMk/>
            <pc:sldMk cId="3717451851" sldId="287"/>
            <ac:graphicFrameMk id="35" creationId="{88819D65-C057-621D-BFCB-2D26DD162CA2}"/>
          </ac:graphicFrameMkLst>
        </pc:graphicFrameChg>
        <pc:graphicFrameChg chg="del">
          <ac:chgData name="Zambou Serge" userId="a47b8b402abeef11" providerId="LiveId" clId="{2DDAB4A6-AB19-4564-A05E-6B24E3051F03}" dt="2024-08-07T21:39:26.052" v="7608" actId="478"/>
          <ac:graphicFrameMkLst>
            <pc:docMk/>
            <pc:sldMk cId="3717451851" sldId="287"/>
            <ac:graphicFrameMk id="39" creationId="{51D8895F-F22B-7B96-7C52-CCC1C8069D05}"/>
          </ac:graphicFrameMkLst>
        </pc:graphicFrameChg>
        <pc:graphicFrameChg chg="del">
          <ac:chgData name="Zambou Serge" userId="a47b8b402abeef11" providerId="LiveId" clId="{2DDAB4A6-AB19-4564-A05E-6B24E3051F03}" dt="2024-08-07T21:42:09.834" v="7721" actId="478"/>
          <ac:graphicFrameMkLst>
            <pc:docMk/>
            <pc:sldMk cId="3717451851" sldId="287"/>
            <ac:graphicFrameMk id="40" creationId="{96A751D7-3768-A26C-686C-7313D368C8C5}"/>
          </ac:graphicFrameMkLst>
        </pc:graphicFrameChg>
        <pc:graphicFrameChg chg="del">
          <ac:chgData name="Zambou Serge" userId="a47b8b402abeef11" providerId="LiveId" clId="{2DDAB4A6-AB19-4564-A05E-6B24E3051F03}" dt="2024-08-07T21:42:43.157" v="7723" actId="478"/>
          <ac:graphicFrameMkLst>
            <pc:docMk/>
            <pc:sldMk cId="3717451851" sldId="287"/>
            <ac:graphicFrameMk id="41" creationId="{8CBFBA4A-899B-3FAA-0AAE-BC97F3D7C4A2}"/>
          </ac:graphicFrameMkLst>
        </pc:graphicFrameChg>
        <pc:graphicFrameChg chg="del">
          <ac:chgData name="Zambou Serge" userId="a47b8b402abeef11" providerId="LiveId" clId="{2DDAB4A6-AB19-4564-A05E-6B24E3051F03}" dt="2024-08-07T21:43:57.704" v="7729" actId="478"/>
          <ac:graphicFrameMkLst>
            <pc:docMk/>
            <pc:sldMk cId="3717451851" sldId="287"/>
            <ac:graphicFrameMk id="48" creationId="{629EDEEF-8DC6-8741-8AE5-A878EB43D33B}"/>
          </ac:graphicFrameMkLst>
        </pc:graphicFrameChg>
      </pc:sldChg>
      <pc:sldChg chg="modSp add">
        <pc:chgData name="Zambou Serge" userId="a47b8b402abeef11" providerId="LiveId" clId="{2DDAB4A6-AB19-4564-A05E-6B24E3051F03}" dt="2024-09-13T08:35:37.581" v="8995"/>
        <pc:sldMkLst>
          <pc:docMk/>
          <pc:sldMk cId="714781385" sldId="288"/>
        </pc:sldMkLst>
        <pc:graphicFrameChg chg="mod">
          <ac:chgData name="Zambou Serge" userId="a47b8b402abeef11" providerId="LiveId" clId="{2DDAB4A6-AB19-4564-A05E-6B24E3051F03}" dt="2024-09-13T08:35:37.581" v="8995"/>
          <ac:graphicFrameMkLst>
            <pc:docMk/>
            <pc:sldMk cId="714781385" sldId="288"/>
            <ac:graphicFrameMk id="8" creationId="{B6E001D9-6040-61DA-164D-71C68CE9BAC6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5B87E3-3CB1-4F28-B244-EA4118DF2261}" type="doc">
      <dgm:prSet loTypeId="urn:microsoft.com/office/officeart/2005/8/layout/bProcess3" loCatId="process" qsTypeId="urn:microsoft.com/office/officeart/2005/8/quickstyle/simple3" qsCatId="simple" csTypeId="urn:microsoft.com/office/officeart/2005/8/colors/accent1_2" csCatId="accent1" phldr="1"/>
      <dgm:spPr/>
    </dgm:pt>
    <dgm:pt modelId="{467DDF70-FD0D-40AC-A1CF-754CEF84C97D}">
      <dgm:prSet phldrT="[Text]" custT="1"/>
      <dgm:spPr/>
      <dgm:t>
        <a:bodyPr/>
        <a:lstStyle/>
        <a:p>
          <a:r>
            <a:rPr lang="en-US" sz="400" dirty="0"/>
            <a:t>Analyze stakeholder and User needs</a:t>
          </a:r>
        </a:p>
      </dgm:t>
    </dgm:pt>
    <dgm:pt modelId="{9AEC66DC-5C49-4B7A-9071-F6E440FA1CB7}" type="parTrans" cxnId="{7C439711-8383-415E-8D13-227C4E986D08}">
      <dgm:prSet/>
      <dgm:spPr/>
      <dgm:t>
        <a:bodyPr/>
        <a:lstStyle/>
        <a:p>
          <a:endParaRPr lang="en-US" sz="1600"/>
        </a:p>
      </dgm:t>
    </dgm:pt>
    <dgm:pt modelId="{72D99B64-F6D3-49D5-AF63-EFB0FAC244A1}" type="sibTrans" cxnId="{7C439711-8383-415E-8D13-227C4E986D08}">
      <dgm:prSet custT="1"/>
      <dgm:spPr/>
      <dgm:t>
        <a:bodyPr/>
        <a:lstStyle/>
        <a:p>
          <a:endParaRPr lang="en-US" sz="300"/>
        </a:p>
      </dgm:t>
    </dgm:pt>
    <dgm:pt modelId="{E3FA3C9D-2D9C-419C-9910-AAA2FF92909E}">
      <dgm:prSet phldrT="[Text]" custT="1"/>
      <dgm:spPr/>
      <dgm:t>
        <a:bodyPr/>
        <a:lstStyle/>
        <a:p>
          <a:r>
            <a:rPr lang="en-US" sz="400" dirty="0"/>
            <a:t>Perform customer and stakeholder journey and complete Needs</a:t>
          </a:r>
        </a:p>
      </dgm:t>
    </dgm:pt>
    <dgm:pt modelId="{F14288D9-94EF-4868-A15A-2FD2306DDDB0}" type="parTrans" cxnId="{7D996D96-5820-4807-85E9-3CFDEAE555D5}">
      <dgm:prSet/>
      <dgm:spPr/>
      <dgm:t>
        <a:bodyPr/>
        <a:lstStyle/>
        <a:p>
          <a:endParaRPr lang="en-US" sz="1600"/>
        </a:p>
      </dgm:t>
    </dgm:pt>
    <dgm:pt modelId="{36067617-0C50-42A1-AF16-F210955D3A16}" type="sibTrans" cxnId="{7D996D96-5820-4807-85E9-3CFDEAE555D5}">
      <dgm:prSet custT="1"/>
      <dgm:spPr/>
      <dgm:t>
        <a:bodyPr/>
        <a:lstStyle/>
        <a:p>
          <a:endParaRPr lang="en-US" sz="300"/>
        </a:p>
      </dgm:t>
    </dgm:pt>
    <dgm:pt modelId="{F6421A4E-D9B9-41DB-8E51-57A6F370708F}">
      <dgm:prSet phldrT="[Text]" custT="1"/>
      <dgm:spPr/>
      <dgm:t>
        <a:bodyPr/>
        <a:lstStyle/>
        <a:p>
          <a:r>
            <a:rPr lang="en-US" sz="400" dirty="0"/>
            <a:t>Derive sub-system requirements</a:t>
          </a:r>
        </a:p>
      </dgm:t>
    </dgm:pt>
    <dgm:pt modelId="{F0A61839-01F0-4441-BBE0-58009B98D87C}" type="parTrans" cxnId="{0FB708F1-657A-47A6-A72D-D7F91125BC6C}">
      <dgm:prSet/>
      <dgm:spPr/>
      <dgm:t>
        <a:bodyPr/>
        <a:lstStyle/>
        <a:p>
          <a:endParaRPr lang="en-US" sz="1600"/>
        </a:p>
      </dgm:t>
    </dgm:pt>
    <dgm:pt modelId="{11454E8A-E2F6-40D3-A3B9-36AAF3C0CF6D}" type="sibTrans" cxnId="{0FB708F1-657A-47A6-A72D-D7F91125BC6C}">
      <dgm:prSet custT="1"/>
      <dgm:spPr/>
      <dgm:t>
        <a:bodyPr/>
        <a:lstStyle/>
        <a:p>
          <a:endParaRPr lang="en-US" sz="300"/>
        </a:p>
      </dgm:t>
    </dgm:pt>
    <dgm:pt modelId="{2EE46835-04F7-4513-97F5-4C2DA61B2A43}">
      <dgm:prSet phldrT="[Text]" custT="1"/>
      <dgm:spPr/>
      <dgm:t>
        <a:bodyPr/>
        <a:lstStyle/>
        <a:p>
          <a:r>
            <a:rPr lang="en-US" sz="400" dirty="0"/>
            <a:t>Create physical architecture considering make or buy strategy</a:t>
          </a:r>
        </a:p>
      </dgm:t>
    </dgm:pt>
    <dgm:pt modelId="{4B5D8613-FA08-4BFF-9752-00CF6BA0FDA2}" type="parTrans" cxnId="{46665DB8-700E-4398-9C7A-2C918CD3006F}">
      <dgm:prSet/>
      <dgm:spPr/>
      <dgm:t>
        <a:bodyPr/>
        <a:lstStyle/>
        <a:p>
          <a:endParaRPr lang="en-US" sz="1600"/>
        </a:p>
      </dgm:t>
    </dgm:pt>
    <dgm:pt modelId="{0A73A7E6-2C87-4A28-85F8-64F5055D6763}" type="sibTrans" cxnId="{46665DB8-700E-4398-9C7A-2C918CD3006F}">
      <dgm:prSet custT="1"/>
      <dgm:spPr/>
      <dgm:t>
        <a:bodyPr/>
        <a:lstStyle/>
        <a:p>
          <a:endParaRPr lang="en-US" sz="300"/>
        </a:p>
      </dgm:t>
    </dgm:pt>
    <dgm:pt modelId="{5D9C9A7F-1DF4-42E0-A532-52A8038459A7}">
      <dgm:prSet phldrT="[Text]" custT="1"/>
      <dgm:spPr/>
      <dgm:t>
        <a:bodyPr/>
        <a:lstStyle/>
        <a:p>
          <a:r>
            <a:rPr lang="en-US" sz="400" dirty="0"/>
            <a:t>Create system logical architecture</a:t>
          </a:r>
        </a:p>
      </dgm:t>
    </dgm:pt>
    <dgm:pt modelId="{D30E2E6C-DCA1-4117-8DE7-2E32503A49C7}" type="parTrans" cxnId="{BC5F307A-828C-4033-873D-CDECDC8C6DAB}">
      <dgm:prSet/>
      <dgm:spPr/>
      <dgm:t>
        <a:bodyPr/>
        <a:lstStyle/>
        <a:p>
          <a:endParaRPr lang="en-US" sz="1600"/>
        </a:p>
      </dgm:t>
    </dgm:pt>
    <dgm:pt modelId="{BF9E54B4-08CF-4B45-914A-949F6FF7E490}" type="sibTrans" cxnId="{BC5F307A-828C-4033-873D-CDECDC8C6DAB}">
      <dgm:prSet custT="1"/>
      <dgm:spPr/>
      <dgm:t>
        <a:bodyPr/>
        <a:lstStyle/>
        <a:p>
          <a:endParaRPr lang="en-US" sz="300"/>
        </a:p>
      </dgm:t>
    </dgm:pt>
    <dgm:pt modelId="{2276FF68-5D70-4DDC-A68C-9AFDC8FA2694}">
      <dgm:prSet phldrT="[Text]" custT="1"/>
      <dgm:spPr/>
      <dgm:t>
        <a:bodyPr/>
        <a:lstStyle/>
        <a:p>
          <a:r>
            <a:rPr lang="en-US" sz="400" dirty="0"/>
            <a:t>Derive nonfunctional requirements</a:t>
          </a:r>
        </a:p>
      </dgm:t>
    </dgm:pt>
    <dgm:pt modelId="{8D0D0691-2A4C-4281-BD43-A500B49738EC}" type="parTrans" cxnId="{CF5B4B74-EFFB-453F-A32F-CE5744F23544}">
      <dgm:prSet/>
      <dgm:spPr/>
      <dgm:t>
        <a:bodyPr/>
        <a:lstStyle/>
        <a:p>
          <a:endParaRPr lang="en-US" sz="1600"/>
        </a:p>
      </dgm:t>
    </dgm:pt>
    <dgm:pt modelId="{A94D08F1-C9DB-48B3-9024-5C87B465DDF5}" type="sibTrans" cxnId="{CF5B4B74-EFFB-453F-A32F-CE5744F23544}">
      <dgm:prSet custT="1"/>
      <dgm:spPr/>
      <dgm:t>
        <a:bodyPr/>
        <a:lstStyle/>
        <a:p>
          <a:endParaRPr lang="en-US" sz="300"/>
        </a:p>
      </dgm:t>
    </dgm:pt>
    <dgm:pt modelId="{649F2611-4301-42CD-9EF8-5E118E9B72B7}">
      <dgm:prSet phldrT="[Text]" custT="1"/>
      <dgm:spPr/>
      <dgm:t>
        <a:bodyPr/>
        <a:lstStyle/>
        <a:p>
          <a:r>
            <a:rPr lang="en-US" sz="400" dirty="0"/>
            <a:t>Derive work breakdown into relevant domains / subsystems</a:t>
          </a:r>
        </a:p>
      </dgm:t>
    </dgm:pt>
    <dgm:pt modelId="{2A56D28B-3C71-4AF2-B06A-AC85C5DF0BF4}" type="parTrans" cxnId="{DD897C5F-7837-4913-9E63-D0AAF87A3DBF}">
      <dgm:prSet/>
      <dgm:spPr/>
      <dgm:t>
        <a:bodyPr/>
        <a:lstStyle/>
        <a:p>
          <a:endParaRPr lang="en-US" sz="1600"/>
        </a:p>
      </dgm:t>
    </dgm:pt>
    <dgm:pt modelId="{1FF30EA4-67CD-4A1F-9747-1274CCE06154}" type="sibTrans" cxnId="{DD897C5F-7837-4913-9E63-D0AAF87A3DBF}">
      <dgm:prSet custT="1"/>
      <dgm:spPr/>
      <dgm:t>
        <a:bodyPr/>
        <a:lstStyle/>
        <a:p>
          <a:endParaRPr lang="en-US" sz="300"/>
        </a:p>
      </dgm:t>
    </dgm:pt>
    <dgm:pt modelId="{7D7F325E-0C4A-42F2-8FB4-AB133944C9EB}">
      <dgm:prSet phldrT="[Text]" custT="1"/>
      <dgm:spPr/>
      <dgm:t>
        <a:bodyPr/>
        <a:lstStyle/>
        <a:p>
          <a:r>
            <a:rPr lang="en-US" sz="400" dirty="0"/>
            <a:t>Complete work of sub domains</a:t>
          </a:r>
        </a:p>
      </dgm:t>
    </dgm:pt>
    <dgm:pt modelId="{9650238B-9026-41F0-A3B6-2E6BD6750619}" type="parTrans" cxnId="{1C28C59D-4BC2-4B58-95BD-E377D0D85453}">
      <dgm:prSet/>
      <dgm:spPr/>
      <dgm:t>
        <a:bodyPr/>
        <a:lstStyle/>
        <a:p>
          <a:endParaRPr lang="en-US" sz="1600"/>
        </a:p>
      </dgm:t>
    </dgm:pt>
    <dgm:pt modelId="{191A7AB2-FD1A-4FAA-9CC1-6FE3FDF91D5D}" type="sibTrans" cxnId="{1C28C59D-4BC2-4B58-95BD-E377D0D85453}">
      <dgm:prSet custT="1"/>
      <dgm:spPr/>
      <dgm:t>
        <a:bodyPr/>
        <a:lstStyle/>
        <a:p>
          <a:endParaRPr lang="en-US" sz="300"/>
        </a:p>
      </dgm:t>
    </dgm:pt>
    <dgm:pt modelId="{ECD90948-153E-4541-BB72-B2B1D66CA323}">
      <dgm:prSet phldrT="[Text]" custT="1"/>
      <dgm:spPr/>
      <dgm:t>
        <a:bodyPr/>
        <a:lstStyle/>
        <a:p>
          <a:r>
            <a:rPr lang="en-US" sz="400" dirty="0"/>
            <a:t>Integrate system elements ( assembly, flashing, ..)</a:t>
          </a:r>
        </a:p>
      </dgm:t>
    </dgm:pt>
    <dgm:pt modelId="{21915168-5160-4E56-8DB8-D72019DFF5EF}" type="parTrans" cxnId="{F66741E2-F5AD-4B55-9500-0D1AC2DD5E9A}">
      <dgm:prSet/>
      <dgm:spPr/>
      <dgm:t>
        <a:bodyPr/>
        <a:lstStyle/>
        <a:p>
          <a:endParaRPr lang="en-US" sz="1600"/>
        </a:p>
      </dgm:t>
    </dgm:pt>
    <dgm:pt modelId="{55331825-4906-4236-95E7-5854278C4B06}" type="sibTrans" cxnId="{F66741E2-F5AD-4B55-9500-0D1AC2DD5E9A}">
      <dgm:prSet custT="1"/>
      <dgm:spPr/>
      <dgm:t>
        <a:bodyPr/>
        <a:lstStyle/>
        <a:p>
          <a:endParaRPr lang="en-US" sz="300"/>
        </a:p>
      </dgm:t>
    </dgm:pt>
    <dgm:pt modelId="{464FFE20-352C-4CCC-996B-02144C118F8D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400" dirty="0"/>
            <a:t>Perform logical architecture review  </a:t>
          </a:r>
        </a:p>
      </dgm:t>
    </dgm:pt>
    <dgm:pt modelId="{0CE82DC6-CAB5-4712-9057-C700BA0369B4}" type="parTrans" cxnId="{7300C327-3D8C-445F-AF26-A5C8F49634FB}">
      <dgm:prSet/>
      <dgm:spPr/>
      <dgm:t>
        <a:bodyPr/>
        <a:lstStyle/>
        <a:p>
          <a:endParaRPr lang="en-US" sz="1600"/>
        </a:p>
      </dgm:t>
    </dgm:pt>
    <dgm:pt modelId="{E3CD12DD-DF80-44CA-A98C-EE4A219E7127}" type="sibTrans" cxnId="{7300C327-3D8C-445F-AF26-A5C8F49634FB}">
      <dgm:prSet custT="1"/>
      <dgm:spPr/>
      <dgm:t>
        <a:bodyPr/>
        <a:lstStyle/>
        <a:p>
          <a:endParaRPr lang="en-US" sz="300"/>
        </a:p>
      </dgm:t>
    </dgm:pt>
    <dgm:pt modelId="{4326F2FC-33DC-4FB2-9D52-F278601DACF2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400" dirty="0"/>
            <a:t>Perform architecture and requirement review</a:t>
          </a:r>
        </a:p>
      </dgm:t>
    </dgm:pt>
    <dgm:pt modelId="{8A2567C6-E660-4F62-8943-44F762D61581}" type="parTrans" cxnId="{DCC9AD53-D9AB-4041-95AF-479DCD6978DE}">
      <dgm:prSet/>
      <dgm:spPr/>
      <dgm:t>
        <a:bodyPr/>
        <a:lstStyle/>
        <a:p>
          <a:endParaRPr lang="en-US" sz="1600"/>
        </a:p>
      </dgm:t>
    </dgm:pt>
    <dgm:pt modelId="{7FA3A51A-9B34-43B5-A79F-FCAB165C9F81}" type="sibTrans" cxnId="{DCC9AD53-D9AB-4041-95AF-479DCD6978DE}">
      <dgm:prSet custT="1"/>
      <dgm:spPr/>
      <dgm:t>
        <a:bodyPr/>
        <a:lstStyle/>
        <a:p>
          <a:endParaRPr lang="en-US" sz="300"/>
        </a:p>
      </dgm:t>
    </dgm:pt>
    <dgm:pt modelId="{593F509F-465D-4A8B-B779-0117F8E8C9C7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400" dirty="0"/>
            <a:t>Perform  review</a:t>
          </a:r>
        </a:p>
      </dgm:t>
    </dgm:pt>
    <dgm:pt modelId="{44FF07EA-77E0-41A9-9BE9-882C120CDFBB}" type="parTrans" cxnId="{54FECBDF-0C41-4A6D-8656-12FABE53660E}">
      <dgm:prSet/>
      <dgm:spPr/>
      <dgm:t>
        <a:bodyPr/>
        <a:lstStyle/>
        <a:p>
          <a:endParaRPr lang="en-US" sz="1600"/>
        </a:p>
      </dgm:t>
    </dgm:pt>
    <dgm:pt modelId="{995CAA05-8CD3-4CB0-84F3-293FF2C18292}" type="sibTrans" cxnId="{54FECBDF-0C41-4A6D-8656-12FABE53660E}">
      <dgm:prSet custT="1"/>
      <dgm:spPr/>
      <dgm:t>
        <a:bodyPr/>
        <a:lstStyle/>
        <a:p>
          <a:endParaRPr lang="en-US" sz="300"/>
        </a:p>
      </dgm:t>
    </dgm:pt>
    <dgm:pt modelId="{0F6DA6DA-B18E-4E3D-8017-F46C4902993C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400" dirty="0"/>
            <a:t>Perform final system design review</a:t>
          </a:r>
        </a:p>
      </dgm:t>
    </dgm:pt>
    <dgm:pt modelId="{131D31BB-85B4-41BE-A2B1-05B1E2754C3E}" type="parTrans" cxnId="{803962B9-ECAA-4102-A9A0-BB43E7C6B5AA}">
      <dgm:prSet/>
      <dgm:spPr/>
      <dgm:t>
        <a:bodyPr/>
        <a:lstStyle/>
        <a:p>
          <a:endParaRPr lang="en-US" sz="1600"/>
        </a:p>
      </dgm:t>
    </dgm:pt>
    <dgm:pt modelId="{A88182FD-DF6E-495A-B93E-11AB4D83613D}" type="sibTrans" cxnId="{803962B9-ECAA-4102-A9A0-BB43E7C6B5AA}">
      <dgm:prSet custT="1"/>
      <dgm:spPr/>
      <dgm:t>
        <a:bodyPr/>
        <a:lstStyle/>
        <a:p>
          <a:endParaRPr lang="en-US" sz="300"/>
        </a:p>
      </dgm:t>
    </dgm:pt>
    <dgm:pt modelId="{707CDAE9-57FF-449B-9D4F-4D55E7D97DF0}">
      <dgm:prSet phldrT="[Text]" custT="1"/>
      <dgm:spPr/>
      <dgm:t>
        <a:bodyPr/>
        <a:lstStyle/>
        <a:p>
          <a:r>
            <a:rPr lang="en-US" sz="400" dirty="0"/>
            <a:t>Validate system </a:t>
          </a:r>
          <a:r>
            <a:rPr lang="en-US" sz="400" dirty="0" err="1"/>
            <a:t>system</a:t>
          </a:r>
          <a:r>
            <a:rPr lang="en-US" sz="400" dirty="0"/>
            <a:t> testing</a:t>
          </a:r>
        </a:p>
      </dgm:t>
    </dgm:pt>
    <dgm:pt modelId="{B074DEE0-23A4-45B3-BBAF-32F81A55C49F}" type="parTrans" cxnId="{7597ADF1-D0ED-4FD2-BE01-4905389D4632}">
      <dgm:prSet/>
      <dgm:spPr/>
      <dgm:t>
        <a:bodyPr/>
        <a:lstStyle/>
        <a:p>
          <a:endParaRPr lang="en-US" sz="1600"/>
        </a:p>
      </dgm:t>
    </dgm:pt>
    <dgm:pt modelId="{655DFDBA-1450-45A9-AE02-71B8923C7392}" type="sibTrans" cxnId="{7597ADF1-D0ED-4FD2-BE01-4905389D4632}">
      <dgm:prSet custT="1"/>
      <dgm:spPr/>
      <dgm:t>
        <a:bodyPr/>
        <a:lstStyle/>
        <a:p>
          <a:endParaRPr lang="en-US" sz="300"/>
        </a:p>
      </dgm:t>
    </dgm:pt>
    <dgm:pt modelId="{FC5E0C5C-086E-48CB-B1DB-66522711FB18}">
      <dgm:prSet phldrT="[Text]" custT="1"/>
      <dgm:spPr/>
      <dgm:t>
        <a:bodyPr/>
        <a:lstStyle/>
        <a:p>
          <a:r>
            <a:rPr lang="en-US" sz="400" dirty="0"/>
            <a:t>Create first draft  product documentation</a:t>
          </a:r>
        </a:p>
      </dgm:t>
    </dgm:pt>
    <dgm:pt modelId="{F76193C0-79DB-4B6F-807E-422BD6C2B047}" type="parTrans" cxnId="{63FE3F07-DE68-4005-BC59-84DB1B380B15}">
      <dgm:prSet/>
      <dgm:spPr/>
      <dgm:t>
        <a:bodyPr/>
        <a:lstStyle/>
        <a:p>
          <a:endParaRPr lang="en-US" sz="1600"/>
        </a:p>
      </dgm:t>
    </dgm:pt>
    <dgm:pt modelId="{89DF5568-4E46-405C-9A5C-6A2642E131D8}" type="sibTrans" cxnId="{63FE3F07-DE68-4005-BC59-84DB1B380B15}">
      <dgm:prSet custT="1"/>
      <dgm:spPr/>
      <dgm:t>
        <a:bodyPr/>
        <a:lstStyle/>
        <a:p>
          <a:endParaRPr lang="en-US" sz="300"/>
        </a:p>
      </dgm:t>
    </dgm:pt>
    <dgm:pt modelId="{BEE55CDD-5D4D-46E3-891B-955ECAC78ABB}">
      <dgm:prSet phldrT="[Text]" custT="1"/>
      <dgm:spPr/>
      <dgm:t>
        <a:bodyPr/>
        <a:lstStyle/>
        <a:p>
          <a:r>
            <a:rPr lang="en-US" sz="400" dirty="0"/>
            <a:t>Continuous verification/ component testing</a:t>
          </a:r>
        </a:p>
      </dgm:t>
    </dgm:pt>
    <dgm:pt modelId="{06D86CAA-8240-4727-A1E6-0B88D03C7A7F}" type="parTrans" cxnId="{0FE94F14-CAB3-4432-BD2D-1FB2DDE9E57A}">
      <dgm:prSet/>
      <dgm:spPr/>
      <dgm:t>
        <a:bodyPr/>
        <a:lstStyle/>
        <a:p>
          <a:endParaRPr lang="en-US" sz="1600"/>
        </a:p>
      </dgm:t>
    </dgm:pt>
    <dgm:pt modelId="{0DD8E789-DC75-4378-900A-39EDDBBD8119}" type="sibTrans" cxnId="{0FE94F14-CAB3-4432-BD2D-1FB2DDE9E57A}">
      <dgm:prSet custT="1"/>
      <dgm:spPr/>
      <dgm:t>
        <a:bodyPr/>
        <a:lstStyle/>
        <a:p>
          <a:endParaRPr lang="en-US" sz="300"/>
        </a:p>
      </dgm:t>
    </dgm:pt>
    <dgm:pt modelId="{C6763203-6B44-4EA1-8159-EB81D911CA18}">
      <dgm:prSet custT="1"/>
      <dgm:spPr/>
      <dgm:t>
        <a:bodyPr/>
        <a:lstStyle/>
        <a:p>
          <a:r>
            <a:rPr lang="en-US" sz="400" dirty="0"/>
            <a:t>Derive system testing strategy</a:t>
          </a:r>
        </a:p>
      </dgm:t>
    </dgm:pt>
    <dgm:pt modelId="{014B1C08-4E11-4451-A44B-8681E1A79E37}" type="parTrans" cxnId="{91E82BA2-9FAB-4BEF-B52E-ABA34EEA7F60}">
      <dgm:prSet/>
      <dgm:spPr/>
      <dgm:t>
        <a:bodyPr/>
        <a:lstStyle/>
        <a:p>
          <a:endParaRPr lang="en-US" sz="1600"/>
        </a:p>
      </dgm:t>
    </dgm:pt>
    <dgm:pt modelId="{5B90DD9E-BFC3-47A7-B652-03C9C479718C}" type="sibTrans" cxnId="{91E82BA2-9FAB-4BEF-B52E-ABA34EEA7F60}">
      <dgm:prSet custT="1"/>
      <dgm:spPr/>
      <dgm:t>
        <a:bodyPr/>
        <a:lstStyle/>
        <a:p>
          <a:endParaRPr lang="en-US" sz="300"/>
        </a:p>
      </dgm:t>
    </dgm:pt>
    <dgm:pt modelId="{28210801-FB40-4757-A82C-B089822E99D8}">
      <dgm:prSet custT="1"/>
      <dgm:spPr/>
      <dgm:t>
        <a:bodyPr/>
        <a:lstStyle/>
        <a:p>
          <a:r>
            <a:rPr lang="en-US" sz="400" dirty="0"/>
            <a:t>Derive component testing strategy</a:t>
          </a:r>
        </a:p>
      </dgm:t>
    </dgm:pt>
    <dgm:pt modelId="{D931FFCC-0C3D-4499-BCE4-287F28127D31}" type="parTrans" cxnId="{6606264B-A4BA-41C1-B3EA-6FDEB86C097E}">
      <dgm:prSet/>
      <dgm:spPr/>
      <dgm:t>
        <a:bodyPr/>
        <a:lstStyle/>
        <a:p>
          <a:endParaRPr lang="en-US" sz="1600"/>
        </a:p>
      </dgm:t>
    </dgm:pt>
    <dgm:pt modelId="{12CBF885-66A1-4FD5-972C-CA8AAAD192D9}" type="sibTrans" cxnId="{6606264B-A4BA-41C1-B3EA-6FDEB86C097E}">
      <dgm:prSet custT="1"/>
      <dgm:spPr/>
      <dgm:t>
        <a:bodyPr/>
        <a:lstStyle/>
        <a:p>
          <a:endParaRPr lang="en-US" sz="300"/>
        </a:p>
      </dgm:t>
    </dgm:pt>
    <dgm:pt modelId="{4FBD51AE-0133-4B55-B75A-15E0F857B099}">
      <dgm:prSet custT="1"/>
      <dgm:spPr/>
      <dgm:t>
        <a:bodyPr/>
        <a:lstStyle/>
        <a:p>
          <a:r>
            <a:rPr lang="en-US" sz="400" dirty="0"/>
            <a:t>Define Bill of material</a:t>
          </a:r>
        </a:p>
      </dgm:t>
    </dgm:pt>
    <dgm:pt modelId="{2B41DF91-7B2D-4382-AA42-BBC18F878CAD}" type="parTrans" cxnId="{01682371-C2DD-4B9B-8A1F-AE826C9C3902}">
      <dgm:prSet/>
      <dgm:spPr/>
      <dgm:t>
        <a:bodyPr/>
        <a:lstStyle/>
        <a:p>
          <a:endParaRPr lang="en-US" sz="1600"/>
        </a:p>
      </dgm:t>
    </dgm:pt>
    <dgm:pt modelId="{754F0400-8DD7-44FC-9446-7B1138F23495}" type="sibTrans" cxnId="{01682371-C2DD-4B9B-8A1F-AE826C9C3902}">
      <dgm:prSet custT="1"/>
      <dgm:spPr/>
      <dgm:t>
        <a:bodyPr/>
        <a:lstStyle/>
        <a:p>
          <a:endParaRPr lang="en-US" sz="300"/>
        </a:p>
      </dgm:t>
    </dgm:pt>
    <dgm:pt modelId="{C4538F87-6A5D-4CB2-8A1C-2AA87DCC68EF}">
      <dgm:prSet phldrT="[Text]" custT="1"/>
      <dgm:spPr/>
      <dgm:t>
        <a:bodyPr/>
        <a:lstStyle/>
        <a:p>
          <a:r>
            <a:rPr lang="en-US" sz="400" dirty="0"/>
            <a:t>Deploy prototyping concept</a:t>
          </a:r>
        </a:p>
      </dgm:t>
    </dgm:pt>
    <dgm:pt modelId="{0E4C9B28-734B-46F4-B4AE-470099674663}" type="parTrans" cxnId="{BCD23D18-ABEB-4AAD-A55D-8F20CAF0E51B}">
      <dgm:prSet/>
      <dgm:spPr/>
      <dgm:t>
        <a:bodyPr/>
        <a:lstStyle/>
        <a:p>
          <a:endParaRPr lang="en-US" sz="1600"/>
        </a:p>
      </dgm:t>
    </dgm:pt>
    <dgm:pt modelId="{ECEF24AF-9A06-4C08-83DC-E89671053103}" type="sibTrans" cxnId="{BCD23D18-ABEB-4AAD-A55D-8F20CAF0E51B}">
      <dgm:prSet/>
      <dgm:spPr/>
      <dgm:t>
        <a:bodyPr/>
        <a:lstStyle/>
        <a:p>
          <a:endParaRPr lang="en-US" sz="1600"/>
        </a:p>
      </dgm:t>
    </dgm:pt>
    <dgm:pt modelId="{48B38232-07EE-4EF9-B0B2-333E18DCA771}" type="pres">
      <dgm:prSet presAssocID="{AC5B87E3-3CB1-4F28-B244-EA4118DF2261}" presName="Name0" presStyleCnt="0">
        <dgm:presLayoutVars>
          <dgm:dir/>
          <dgm:resizeHandles val="exact"/>
        </dgm:presLayoutVars>
      </dgm:prSet>
      <dgm:spPr/>
    </dgm:pt>
    <dgm:pt modelId="{85322A5E-DC64-44B4-B91C-74E2B99521E2}" type="pres">
      <dgm:prSet presAssocID="{467DDF70-FD0D-40AC-A1CF-754CEF84C97D}" presName="node" presStyleLbl="node1" presStyleIdx="0" presStyleCnt="20">
        <dgm:presLayoutVars>
          <dgm:bulletEnabled val="1"/>
        </dgm:presLayoutVars>
      </dgm:prSet>
      <dgm:spPr/>
    </dgm:pt>
    <dgm:pt modelId="{EA645B36-FE9C-4DED-823F-C0012AA5BC75}" type="pres">
      <dgm:prSet presAssocID="{72D99B64-F6D3-49D5-AF63-EFB0FAC244A1}" presName="sibTrans" presStyleLbl="sibTrans1D1" presStyleIdx="0" presStyleCnt="19"/>
      <dgm:spPr/>
    </dgm:pt>
    <dgm:pt modelId="{AAE35A78-4BC5-4050-80DE-1F01BF2F9D92}" type="pres">
      <dgm:prSet presAssocID="{72D99B64-F6D3-49D5-AF63-EFB0FAC244A1}" presName="connectorText" presStyleLbl="sibTrans1D1" presStyleIdx="0" presStyleCnt="19"/>
      <dgm:spPr/>
    </dgm:pt>
    <dgm:pt modelId="{536AC63E-E2C8-43E8-A4B2-A494CD32253C}" type="pres">
      <dgm:prSet presAssocID="{E3FA3C9D-2D9C-419C-9910-AAA2FF92909E}" presName="node" presStyleLbl="node1" presStyleIdx="1" presStyleCnt="20">
        <dgm:presLayoutVars>
          <dgm:bulletEnabled val="1"/>
        </dgm:presLayoutVars>
      </dgm:prSet>
      <dgm:spPr/>
    </dgm:pt>
    <dgm:pt modelId="{66D6183E-14AC-4077-85E6-069E5047B04C}" type="pres">
      <dgm:prSet presAssocID="{36067617-0C50-42A1-AF16-F210955D3A16}" presName="sibTrans" presStyleLbl="sibTrans1D1" presStyleIdx="1" presStyleCnt="19"/>
      <dgm:spPr/>
    </dgm:pt>
    <dgm:pt modelId="{83E87FA5-00E7-4FA6-9B6A-0830EBE1F7E9}" type="pres">
      <dgm:prSet presAssocID="{36067617-0C50-42A1-AF16-F210955D3A16}" presName="connectorText" presStyleLbl="sibTrans1D1" presStyleIdx="1" presStyleCnt="19"/>
      <dgm:spPr/>
    </dgm:pt>
    <dgm:pt modelId="{82EB215A-6532-47EA-8E13-D9AFE4CA3BC0}" type="pres">
      <dgm:prSet presAssocID="{593F509F-465D-4A8B-B779-0117F8E8C9C7}" presName="node" presStyleLbl="node1" presStyleIdx="2" presStyleCnt="20">
        <dgm:presLayoutVars>
          <dgm:bulletEnabled val="1"/>
        </dgm:presLayoutVars>
      </dgm:prSet>
      <dgm:spPr/>
    </dgm:pt>
    <dgm:pt modelId="{1B363759-8C14-46EA-B1DE-056D1213824E}" type="pres">
      <dgm:prSet presAssocID="{995CAA05-8CD3-4CB0-84F3-293FF2C18292}" presName="sibTrans" presStyleLbl="sibTrans1D1" presStyleIdx="2" presStyleCnt="19"/>
      <dgm:spPr/>
    </dgm:pt>
    <dgm:pt modelId="{8A5DB23F-467F-4D40-A8C9-1D6B6F94F64C}" type="pres">
      <dgm:prSet presAssocID="{995CAA05-8CD3-4CB0-84F3-293FF2C18292}" presName="connectorText" presStyleLbl="sibTrans1D1" presStyleIdx="2" presStyleCnt="19"/>
      <dgm:spPr/>
    </dgm:pt>
    <dgm:pt modelId="{337B184B-8411-4050-A0EE-A908C3BF5AA4}" type="pres">
      <dgm:prSet presAssocID="{5D9C9A7F-1DF4-42E0-A532-52A8038459A7}" presName="node" presStyleLbl="node1" presStyleIdx="3" presStyleCnt="20">
        <dgm:presLayoutVars>
          <dgm:bulletEnabled val="1"/>
        </dgm:presLayoutVars>
      </dgm:prSet>
      <dgm:spPr/>
    </dgm:pt>
    <dgm:pt modelId="{46AD3932-E391-448C-8E4C-885D658D6A61}" type="pres">
      <dgm:prSet presAssocID="{BF9E54B4-08CF-4B45-914A-949F6FF7E490}" presName="sibTrans" presStyleLbl="sibTrans1D1" presStyleIdx="3" presStyleCnt="19"/>
      <dgm:spPr/>
    </dgm:pt>
    <dgm:pt modelId="{912521B5-8A5E-4A65-8F67-A73EAE80053B}" type="pres">
      <dgm:prSet presAssocID="{BF9E54B4-08CF-4B45-914A-949F6FF7E490}" presName="connectorText" presStyleLbl="sibTrans1D1" presStyleIdx="3" presStyleCnt="19"/>
      <dgm:spPr/>
    </dgm:pt>
    <dgm:pt modelId="{0F174904-D454-4291-AACE-B7BF8BDFAD35}" type="pres">
      <dgm:prSet presAssocID="{464FFE20-352C-4CCC-996B-02144C118F8D}" presName="node" presStyleLbl="node1" presStyleIdx="4" presStyleCnt="20">
        <dgm:presLayoutVars>
          <dgm:bulletEnabled val="1"/>
        </dgm:presLayoutVars>
      </dgm:prSet>
      <dgm:spPr/>
    </dgm:pt>
    <dgm:pt modelId="{18A67F97-E17C-4234-AAC1-F057E95A9859}" type="pres">
      <dgm:prSet presAssocID="{E3CD12DD-DF80-44CA-A98C-EE4A219E7127}" presName="sibTrans" presStyleLbl="sibTrans1D1" presStyleIdx="4" presStyleCnt="19"/>
      <dgm:spPr/>
    </dgm:pt>
    <dgm:pt modelId="{AEAFC5BA-9224-4456-87B7-B7E8AC42D407}" type="pres">
      <dgm:prSet presAssocID="{E3CD12DD-DF80-44CA-A98C-EE4A219E7127}" presName="connectorText" presStyleLbl="sibTrans1D1" presStyleIdx="4" presStyleCnt="19"/>
      <dgm:spPr/>
    </dgm:pt>
    <dgm:pt modelId="{BF9A6EF2-BA84-424F-988B-073D28E3957A}" type="pres">
      <dgm:prSet presAssocID="{F6421A4E-D9B9-41DB-8E51-57A6F370708F}" presName="node" presStyleLbl="node1" presStyleIdx="5" presStyleCnt="20">
        <dgm:presLayoutVars>
          <dgm:bulletEnabled val="1"/>
        </dgm:presLayoutVars>
      </dgm:prSet>
      <dgm:spPr/>
    </dgm:pt>
    <dgm:pt modelId="{795F3B43-D582-4BFE-A882-A48DC279184D}" type="pres">
      <dgm:prSet presAssocID="{11454E8A-E2F6-40D3-A3B9-36AAF3C0CF6D}" presName="sibTrans" presStyleLbl="sibTrans1D1" presStyleIdx="5" presStyleCnt="19"/>
      <dgm:spPr/>
    </dgm:pt>
    <dgm:pt modelId="{F548EAB0-19C0-420C-87BB-4BC763FEE8FB}" type="pres">
      <dgm:prSet presAssocID="{11454E8A-E2F6-40D3-A3B9-36AAF3C0CF6D}" presName="connectorText" presStyleLbl="sibTrans1D1" presStyleIdx="5" presStyleCnt="19"/>
      <dgm:spPr/>
    </dgm:pt>
    <dgm:pt modelId="{3B2DA235-31E9-46E1-929C-B425C459515C}" type="pres">
      <dgm:prSet presAssocID="{2EE46835-04F7-4513-97F5-4C2DA61B2A43}" presName="node" presStyleLbl="node1" presStyleIdx="6" presStyleCnt="20">
        <dgm:presLayoutVars>
          <dgm:bulletEnabled val="1"/>
        </dgm:presLayoutVars>
      </dgm:prSet>
      <dgm:spPr/>
    </dgm:pt>
    <dgm:pt modelId="{75DF90E3-24C7-4F93-8120-ABE69FAA0A79}" type="pres">
      <dgm:prSet presAssocID="{0A73A7E6-2C87-4A28-85F8-64F5055D6763}" presName="sibTrans" presStyleLbl="sibTrans1D1" presStyleIdx="6" presStyleCnt="19"/>
      <dgm:spPr/>
    </dgm:pt>
    <dgm:pt modelId="{9F02BC22-F2B2-48D2-A9D2-B01056DAE347}" type="pres">
      <dgm:prSet presAssocID="{0A73A7E6-2C87-4A28-85F8-64F5055D6763}" presName="connectorText" presStyleLbl="sibTrans1D1" presStyleIdx="6" presStyleCnt="19"/>
      <dgm:spPr/>
    </dgm:pt>
    <dgm:pt modelId="{50E03A6E-2512-4E3B-917C-BF2219A2B61C}" type="pres">
      <dgm:prSet presAssocID="{4FBD51AE-0133-4B55-B75A-15E0F857B099}" presName="node" presStyleLbl="node1" presStyleIdx="7" presStyleCnt="20">
        <dgm:presLayoutVars>
          <dgm:bulletEnabled val="1"/>
        </dgm:presLayoutVars>
      </dgm:prSet>
      <dgm:spPr/>
    </dgm:pt>
    <dgm:pt modelId="{EC96659C-3F99-4FED-BBC2-CCA0BA3B687A}" type="pres">
      <dgm:prSet presAssocID="{754F0400-8DD7-44FC-9446-7B1138F23495}" presName="sibTrans" presStyleLbl="sibTrans1D1" presStyleIdx="7" presStyleCnt="19"/>
      <dgm:spPr/>
    </dgm:pt>
    <dgm:pt modelId="{AE76AAFA-45C7-4760-AF76-F6932E475C77}" type="pres">
      <dgm:prSet presAssocID="{754F0400-8DD7-44FC-9446-7B1138F23495}" presName="connectorText" presStyleLbl="sibTrans1D1" presStyleIdx="7" presStyleCnt="19"/>
      <dgm:spPr/>
    </dgm:pt>
    <dgm:pt modelId="{54D708CF-03F4-4810-8C02-ED0A841D9083}" type="pres">
      <dgm:prSet presAssocID="{4326F2FC-33DC-4FB2-9D52-F278601DACF2}" presName="node" presStyleLbl="node1" presStyleIdx="8" presStyleCnt="20">
        <dgm:presLayoutVars>
          <dgm:bulletEnabled val="1"/>
        </dgm:presLayoutVars>
      </dgm:prSet>
      <dgm:spPr/>
    </dgm:pt>
    <dgm:pt modelId="{F1C5BCE4-2869-4AA6-99FC-A4F528B73167}" type="pres">
      <dgm:prSet presAssocID="{7FA3A51A-9B34-43B5-A79F-FCAB165C9F81}" presName="sibTrans" presStyleLbl="sibTrans1D1" presStyleIdx="8" presStyleCnt="19"/>
      <dgm:spPr/>
    </dgm:pt>
    <dgm:pt modelId="{D8164B49-A46B-4D34-9CA8-04CFDCE9EA1A}" type="pres">
      <dgm:prSet presAssocID="{7FA3A51A-9B34-43B5-A79F-FCAB165C9F81}" presName="connectorText" presStyleLbl="sibTrans1D1" presStyleIdx="8" presStyleCnt="19"/>
      <dgm:spPr/>
    </dgm:pt>
    <dgm:pt modelId="{6BFB464C-6BF5-42E6-89B6-8BB0A0F6778C}" type="pres">
      <dgm:prSet presAssocID="{2276FF68-5D70-4DDC-A68C-9AFDC8FA2694}" presName="node" presStyleLbl="node1" presStyleIdx="9" presStyleCnt="20">
        <dgm:presLayoutVars>
          <dgm:bulletEnabled val="1"/>
        </dgm:presLayoutVars>
      </dgm:prSet>
      <dgm:spPr/>
    </dgm:pt>
    <dgm:pt modelId="{CA704696-C215-42F5-B1F2-AB72E480F3BF}" type="pres">
      <dgm:prSet presAssocID="{A94D08F1-C9DB-48B3-9024-5C87B465DDF5}" presName="sibTrans" presStyleLbl="sibTrans1D1" presStyleIdx="9" presStyleCnt="19"/>
      <dgm:spPr/>
    </dgm:pt>
    <dgm:pt modelId="{27DC3337-F099-4C6F-A24B-8D946D55D356}" type="pres">
      <dgm:prSet presAssocID="{A94D08F1-C9DB-48B3-9024-5C87B465DDF5}" presName="connectorText" presStyleLbl="sibTrans1D1" presStyleIdx="9" presStyleCnt="19"/>
      <dgm:spPr/>
    </dgm:pt>
    <dgm:pt modelId="{53B1CA4D-4198-47CB-8E8C-ECB49F98E5DE}" type="pres">
      <dgm:prSet presAssocID="{0F6DA6DA-B18E-4E3D-8017-F46C4902993C}" presName="node" presStyleLbl="node1" presStyleIdx="10" presStyleCnt="20">
        <dgm:presLayoutVars>
          <dgm:bulletEnabled val="1"/>
        </dgm:presLayoutVars>
      </dgm:prSet>
      <dgm:spPr/>
    </dgm:pt>
    <dgm:pt modelId="{81117946-016C-447D-8427-A2823B291D0E}" type="pres">
      <dgm:prSet presAssocID="{A88182FD-DF6E-495A-B93E-11AB4D83613D}" presName="sibTrans" presStyleLbl="sibTrans1D1" presStyleIdx="10" presStyleCnt="19"/>
      <dgm:spPr/>
    </dgm:pt>
    <dgm:pt modelId="{83AE8792-2738-4C0E-A246-A0B5A20C1C2C}" type="pres">
      <dgm:prSet presAssocID="{A88182FD-DF6E-495A-B93E-11AB4D83613D}" presName="connectorText" presStyleLbl="sibTrans1D1" presStyleIdx="10" presStyleCnt="19"/>
      <dgm:spPr/>
    </dgm:pt>
    <dgm:pt modelId="{4D550A8C-CCAE-4EDA-BFD9-D75E1B8A94F5}" type="pres">
      <dgm:prSet presAssocID="{C6763203-6B44-4EA1-8159-EB81D911CA18}" presName="node" presStyleLbl="node1" presStyleIdx="11" presStyleCnt="20">
        <dgm:presLayoutVars>
          <dgm:bulletEnabled val="1"/>
        </dgm:presLayoutVars>
      </dgm:prSet>
      <dgm:spPr/>
    </dgm:pt>
    <dgm:pt modelId="{8D1D59BB-85E6-481C-898B-BC2491DCB594}" type="pres">
      <dgm:prSet presAssocID="{5B90DD9E-BFC3-47A7-B652-03C9C479718C}" presName="sibTrans" presStyleLbl="sibTrans1D1" presStyleIdx="11" presStyleCnt="19"/>
      <dgm:spPr/>
    </dgm:pt>
    <dgm:pt modelId="{5BD5290D-89FF-41B0-B1F0-5D6A7ED20BAC}" type="pres">
      <dgm:prSet presAssocID="{5B90DD9E-BFC3-47A7-B652-03C9C479718C}" presName="connectorText" presStyleLbl="sibTrans1D1" presStyleIdx="11" presStyleCnt="19"/>
      <dgm:spPr/>
    </dgm:pt>
    <dgm:pt modelId="{C7E69607-5DCF-468B-B48C-925E200184FB}" type="pres">
      <dgm:prSet presAssocID="{649F2611-4301-42CD-9EF8-5E118E9B72B7}" presName="node" presStyleLbl="node1" presStyleIdx="12" presStyleCnt="20">
        <dgm:presLayoutVars>
          <dgm:bulletEnabled val="1"/>
        </dgm:presLayoutVars>
      </dgm:prSet>
      <dgm:spPr/>
    </dgm:pt>
    <dgm:pt modelId="{C51E2566-9AAE-4A70-A33F-B01102FD4673}" type="pres">
      <dgm:prSet presAssocID="{1FF30EA4-67CD-4A1F-9747-1274CCE06154}" presName="sibTrans" presStyleLbl="sibTrans1D1" presStyleIdx="12" presStyleCnt="19"/>
      <dgm:spPr/>
    </dgm:pt>
    <dgm:pt modelId="{300565E0-B416-4AC7-BC3C-BA7F86DBBF56}" type="pres">
      <dgm:prSet presAssocID="{1FF30EA4-67CD-4A1F-9747-1274CCE06154}" presName="connectorText" presStyleLbl="sibTrans1D1" presStyleIdx="12" presStyleCnt="19"/>
      <dgm:spPr/>
    </dgm:pt>
    <dgm:pt modelId="{F1BF0F90-88E0-4871-AAD1-8C8EB88FF505}" type="pres">
      <dgm:prSet presAssocID="{28210801-FB40-4757-A82C-B089822E99D8}" presName="node" presStyleLbl="node1" presStyleIdx="13" presStyleCnt="20">
        <dgm:presLayoutVars>
          <dgm:bulletEnabled val="1"/>
        </dgm:presLayoutVars>
      </dgm:prSet>
      <dgm:spPr/>
    </dgm:pt>
    <dgm:pt modelId="{396DDD01-9ABE-462D-B5F9-F36B9434C3C9}" type="pres">
      <dgm:prSet presAssocID="{12CBF885-66A1-4FD5-972C-CA8AAAD192D9}" presName="sibTrans" presStyleLbl="sibTrans1D1" presStyleIdx="13" presStyleCnt="19"/>
      <dgm:spPr/>
    </dgm:pt>
    <dgm:pt modelId="{1849ECA9-3CFD-4943-B977-CA6B7C75B3E4}" type="pres">
      <dgm:prSet presAssocID="{12CBF885-66A1-4FD5-972C-CA8AAAD192D9}" presName="connectorText" presStyleLbl="sibTrans1D1" presStyleIdx="13" presStyleCnt="19"/>
      <dgm:spPr/>
    </dgm:pt>
    <dgm:pt modelId="{2CB10394-428E-43FD-A0C2-4DDC58F9C671}" type="pres">
      <dgm:prSet presAssocID="{7D7F325E-0C4A-42F2-8FB4-AB133944C9EB}" presName="node" presStyleLbl="node1" presStyleIdx="14" presStyleCnt="20">
        <dgm:presLayoutVars>
          <dgm:bulletEnabled val="1"/>
        </dgm:presLayoutVars>
      </dgm:prSet>
      <dgm:spPr/>
    </dgm:pt>
    <dgm:pt modelId="{6B08075E-7F4D-45AA-A329-A58F0A29998B}" type="pres">
      <dgm:prSet presAssocID="{191A7AB2-FD1A-4FAA-9CC1-6FE3FDF91D5D}" presName="sibTrans" presStyleLbl="sibTrans1D1" presStyleIdx="14" presStyleCnt="19"/>
      <dgm:spPr/>
    </dgm:pt>
    <dgm:pt modelId="{3E7F2E29-6591-411F-9718-767911813FB0}" type="pres">
      <dgm:prSet presAssocID="{191A7AB2-FD1A-4FAA-9CC1-6FE3FDF91D5D}" presName="connectorText" presStyleLbl="sibTrans1D1" presStyleIdx="14" presStyleCnt="19"/>
      <dgm:spPr/>
    </dgm:pt>
    <dgm:pt modelId="{82B99BCD-0031-4674-8033-6A88A2EA59F3}" type="pres">
      <dgm:prSet presAssocID="{BEE55CDD-5D4D-46E3-891B-955ECAC78ABB}" presName="node" presStyleLbl="node1" presStyleIdx="15" presStyleCnt="20">
        <dgm:presLayoutVars>
          <dgm:bulletEnabled val="1"/>
        </dgm:presLayoutVars>
      </dgm:prSet>
      <dgm:spPr/>
    </dgm:pt>
    <dgm:pt modelId="{1119C948-97D0-4529-875F-BC1CC53880EC}" type="pres">
      <dgm:prSet presAssocID="{0DD8E789-DC75-4378-900A-39EDDBBD8119}" presName="sibTrans" presStyleLbl="sibTrans1D1" presStyleIdx="15" presStyleCnt="19"/>
      <dgm:spPr/>
    </dgm:pt>
    <dgm:pt modelId="{4FBA44DC-739B-4EDD-BED1-005878381D68}" type="pres">
      <dgm:prSet presAssocID="{0DD8E789-DC75-4378-900A-39EDDBBD8119}" presName="connectorText" presStyleLbl="sibTrans1D1" presStyleIdx="15" presStyleCnt="19"/>
      <dgm:spPr/>
    </dgm:pt>
    <dgm:pt modelId="{FC57B33E-12E6-45B3-B0DE-F93958A91FC2}" type="pres">
      <dgm:prSet presAssocID="{ECD90948-153E-4541-BB72-B2B1D66CA323}" presName="node" presStyleLbl="node1" presStyleIdx="16" presStyleCnt="20">
        <dgm:presLayoutVars>
          <dgm:bulletEnabled val="1"/>
        </dgm:presLayoutVars>
      </dgm:prSet>
      <dgm:spPr/>
    </dgm:pt>
    <dgm:pt modelId="{F00D2C35-9B98-460F-B1A9-13CFC6F420F8}" type="pres">
      <dgm:prSet presAssocID="{55331825-4906-4236-95E7-5854278C4B06}" presName="sibTrans" presStyleLbl="sibTrans1D1" presStyleIdx="16" presStyleCnt="19"/>
      <dgm:spPr/>
    </dgm:pt>
    <dgm:pt modelId="{4F91C32C-36C8-4CD4-95B3-2AF3311581F2}" type="pres">
      <dgm:prSet presAssocID="{55331825-4906-4236-95E7-5854278C4B06}" presName="connectorText" presStyleLbl="sibTrans1D1" presStyleIdx="16" presStyleCnt="19"/>
      <dgm:spPr/>
    </dgm:pt>
    <dgm:pt modelId="{527E57E0-8DE8-4CA3-886E-90B319DE80AD}" type="pres">
      <dgm:prSet presAssocID="{707CDAE9-57FF-449B-9D4F-4D55E7D97DF0}" presName="node" presStyleLbl="node1" presStyleIdx="17" presStyleCnt="20">
        <dgm:presLayoutVars>
          <dgm:bulletEnabled val="1"/>
        </dgm:presLayoutVars>
      </dgm:prSet>
      <dgm:spPr/>
    </dgm:pt>
    <dgm:pt modelId="{086BB3A7-CE58-4D7F-AAC4-7F8D9BD4D97E}" type="pres">
      <dgm:prSet presAssocID="{655DFDBA-1450-45A9-AE02-71B8923C7392}" presName="sibTrans" presStyleLbl="sibTrans1D1" presStyleIdx="17" presStyleCnt="19"/>
      <dgm:spPr/>
    </dgm:pt>
    <dgm:pt modelId="{D4A0A61D-6610-47A1-953C-8E383D5FC5F4}" type="pres">
      <dgm:prSet presAssocID="{655DFDBA-1450-45A9-AE02-71B8923C7392}" presName="connectorText" presStyleLbl="sibTrans1D1" presStyleIdx="17" presStyleCnt="19"/>
      <dgm:spPr/>
    </dgm:pt>
    <dgm:pt modelId="{2633B2C2-A44F-43C8-9F75-2E531F6C1246}" type="pres">
      <dgm:prSet presAssocID="{FC5E0C5C-086E-48CB-B1DB-66522711FB18}" presName="node" presStyleLbl="node1" presStyleIdx="18" presStyleCnt="20">
        <dgm:presLayoutVars>
          <dgm:bulletEnabled val="1"/>
        </dgm:presLayoutVars>
      </dgm:prSet>
      <dgm:spPr/>
    </dgm:pt>
    <dgm:pt modelId="{6C5E5BF4-9084-4C83-9A27-C79D3800DD3E}" type="pres">
      <dgm:prSet presAssocID="{89DF5568-4E46-405C-9A5C-6A2642E131D8}" presName="sibTrans" presStyleLbl="sibTrans1D1" presStyleIdx="18" presStyleCnt="19"/>
      <dgm:spPr/>
    </dgm:pt>
    <dgm:pt modelId="{B6164176-43CA-4E4B-AF93-0C970E037334}" type="pres">
      <dgm:prSet presAssocID="{89DF5568-4E46-405C-9A5C-6A2642E131D8}" presName="connectorText" presStyleLbl="sibTrans1D1" presStyleIdx="18" presStyleCnt="19"/>
      <dgm:spPr/>
    </dgm:pt>
    <dgm:pt modelId="{8347871B-93FA-4D16-9E6B-8E0E8115DF55}" type="pres">
      <dgm:prSet presAssocID="{C4538F87-6A5D-4CB2-8A1C-2AA87DCC68EF}" presName="node" presStyleLbl="node1" presStyleIdx="19" presStyleCnt="20">
        <dgm:presLayoutVars>
          <dgm:bulletEnabled val="1"/>
        </dgm:presLayoutVars>
      </dgm:prSet>
      <dgm:spPr/>
    </dgm:pt>
  </dgm:ptLst>
  <dgm:cxnLst>
    <dgm:cxn modelId="{5AAE3E00-D091-4483-B67C-BB55FEB9B5B6}" type="presOf" srcId="{655DFDBA-1450-45A9-AE02-71B8923C7392}" destId="{086BB3A7-CE58-4D7F-AAC4-7F8D9BD4D97E}" srcOrd="0" destOrd="0" presId="urn:microsoft.com/office/officeart/2005/8/layout/bProcess3"/>
    <dgm:cxn modelId="{19988A01-6019-4230-9BF7-821589685D0D}" type="presOf" srcId="{36067617-0C50-42A1-AF16-F210955D3A16}" destId="{66D6183E-14AC-4077-85E6-069E5047B04C}" srcOrd="0" destOrd="0" presId="urn:microsoft.com/office/officeart/2005/8/layout/bProcess3"/>
    <dgm:cxn modelId="{5DF7C101-1EA4-4899-9846-F357503228BC}" type="presOf" srcId="{995CAA05-8CD3-4CB0-84F3-293FF2C18292}" destId="{8A5DB23F-467F-4D40-A8C9-1D6B6F94F64C}" srcOrd="1" destOrd="0" presId="urn:microsoft.com/office/officeart/2005/8/layout/bProcess3"/>
    <dgm:cxn modelId="{1E07C501-81A4-4703-A6B2-36C0336C3DF9}" type="presOf" srcId="{C6763203-6B44-4EA1-8159-EB81D911CA18}" destId="{4D550A8C-CCAE-4EDA-BFD9-D75E1B8A94F5}" srcOrd="0" destOrd="0" presId="urn:microsoft.com/office/officeart/2005/8/layout/bProcess3"/>
    <dgm:cxn modelId="{CF7BE906-1F5E-4631-B238-BF8DA4FC854A}" type="presOf" srcId="{5B90DD9E-BFC3-47A7-B652-03C9C479718C}" destId="{5BD5290D-89FF-41B0-B1F0-5D6A7ED20BAC}" srcOrd="1" destOrd="0" presId="urn:microsoft.com/office/officeart/2005/8/layout/bProcess3"/>
    <dgm:cxn modelId="{63FE3F07-DE68-4005-BC59-84DB1B380B15}" srcId="{AC5B87E3-3CB1-4F28-B244-EA4118DF2261}" destId="{FC5E0C5C-086E-48CB-B1DB-66522711FB18}" srcOrd="18" destOrd="0" parTransId="{F76193C0-79DB-4B6F-807E-422BD6C2B047}" sibTransId="{89DF5568-4E46-405C-9A5C-6A2642E131D8}"/>
    <dgm:cxn modelId="{0211E408-74B0-400A-97B4-17BC663625CE}" type="presOf" srcId="{BF9E54B4-08CF-4B45-914A-949F6FF7E490}" destId="{46AD3932-E391-448C-8E4C-885D658D6A61}" srcOrd="0" destOrd="0" presId="urn:microsoft.com/office/officeart/2005/8/layout/bProcess3"/>
    <dgm:cxn modelId="{9B654C0B-11A9-449D-BF83-B432B7F295FE}" type="presOf" srcId="{E3CD12DD-DF80-44CA-A98C-EE4A219E7127}" destId="{AEAFC5BA-9224-4456-87B7-B7E8AC42D407}" srcOrd="1" destOrd="0" presId="urn:microsoft.com/office/officeart/2005/8/layout/bProcess3"/>
    <dgm:cxn modelId="{2903AC0B-53E5-4E2D-A82F-D3FD5D7AE6B6}" type="presOf" srcId="{707CDAE9-57FF-449B-9D4F-4D55E7D97DF0}" destId="{527E57E0-8DE8-4CA3-886E-90B319DE80AD}" srcOrd="0" destOrd="0" presId="urn:microsoft.com/office/officeart/2005/8/layout/bProcess3"/>
    <dgm:cxn modelId="{2FE4120E-683C-4B19-89A8-EBFDEDF745C1}" type="presOf" srcId="{649F2611-4301-42CD-9EF8-5E118E9B72B7}" destId="{C7E69607-5DCF-468B-B48C-925E200184FB}" srcOrd="0" destOrd="0" presId="urn:microsoft.com/office/officeart/2005/8/layout/bProcess3"/>
    <dgm:cxn modelId="{7C439711-8383-415E-8D13-227C4E986D08}" srcId="{AC5B87E3-3CB1-4F28-B244-EA4118DF2261}" destId="{467DDF70-FD0D-40AC-A1CF-754CEF84C97D}" srcOrd="0" destOrd="0" parTransId="{9AEC66DC-5C49-4B7A-9071-F6E440FA1CB7}" sibTransId="{72D99B64-F6D3-49D5-AF63-EFB0FAC244A1}"/>
    <dgm:cxn modelId="{0FE94F14-CAB3-4432-BD2D-1FB2DDE9E57A}" srcId="{AC5B87E3-3CB1-4F28-B244-EA4118DF2261}" destId="{BEE55CDD-5D4D-46E3-891B-955ECAC78ABB}" srcOrd="15" destOrd="0" parTransId="{06D86CAA-8240-4727-A1E6-0B88D03C7A7F}" sibTransId="{0DD8E789-DC75-4378-900A-39EDDBBD8119}"/>
    <dgm:cxn modelId="{3EFAFC14-DD76-412E-915D-1EBF6395E9DC}" type="presOf" srcId="{E3FA3C9D-2D9C-419C-9910-AAA2FF92909E}" destId="{536AC63E-E2C8-43E8-A4B2-A494CD32253C}" srcOrd="0" destOrd="0" presId="urn:microsoft.com/office/officeart/2005/8/layout/bProcess3"/>
    <dgm:cxn modelId="{BCD23D18-ABEB-4AAD-A55D-8F20CAF0E51B}" srcId="{AC5B87E3-3CB1-4F28-B244-EA4118DF2261}" destId="{C4538F87-6A5D-4CB2-8A1C-2AA87DCC68EF}" srcOrd="19" destOrd="0" parTransId="{0E4C9B28-734B-46F4-B4AE-470099674663}" sibTransId="{ECEF24AF-9A06-4C08-83DC-E89671053103}"/>
    <dgm:cxn modelId="{B2F1051B-08CD-43AC-87FC-66998834D1ED}" type="presOf" srcId="{1FF30EA4-67CD-4A1F-9747-1274CCE06154}" destId="{C51E2566-9AAE-4A70-A33F-B01102FD4673}" srcOrd="0" destOrd="0" presId="urn:microsoft.com/office/officeart/2005/8/layout/bProcess3"/>
    <dgm:cxn modelId="{4AF9ED1C-A7F9-4135-95E6-1C71C5A1FEBC}" type="presOf" srcId="{AC5B87E3-3CB1-4F28-B244-EA4118DF2261}" destId="{48B38232-07EE-4EF9-B0B2-333E18DCA771}" srcOrd="0" destOrd="0" presId="urn:microsoft.com/office/officeart/2005/8/layout/bProcess3"/>
    <dgm:cxn modelId="{B65B7C1D-E3A6-455D-809E-BDA50F0B149B}" type="presOf" srcId="{F6421A4E-D9B9-41DB-8E51-57A6F370708F}" destId="{BF9A6EF2-BA84-424F-988B-073D28E3957A}" srcOrd="0" destOrd="0" presId="urn:microsoft.com/office/officeart/2005/8/layout/bProcess3"/>
    <dgm:cxn modelId="{F2991925-AC9C-4B37-BBE5-94277DF972FB}" type="presOf" srcId="{A94D08F1-C9DB-48B3-9024-5C87B465DDF5}" destId="{27DC3337-F099-4C6F-A24B-8D946D55D356}" srcOrd="1" destOrd="0" presId="urn:microsoft.com/office/officeart/2005/8/layout/bProcess3"/>
    <dgm:cxn modelId="{7300C327-3D8C-445F-AF26-A5C8F49634FB}" srcId="{AC5B87E3-3CB1-4F28-B244-EA4118DF2261}" destId="{464FFE20-352C-4CCC-996B-02144C118F8D}" srcOrd="4" destOrd="0" parTransId="{0CE82DC6-CAB5-4712-9057-C700BA0369B4}" sibTransId="{E3CD12DD-DF80-44CA-A98C-EE4A219E7127}"/>
    <dgm:cxn modelId="{DE73F62C-9B5E-47BA-B2EE-8D1E86804F33}" type="presOf" srcId="{A94D08F1-C9DB-48B3-9024-5C87B465DDF5}" destId="{CA704696-C215-42F5-B1F2-AB72E480F3BF}" srcOrd="0" destOrd="0" presId="urn:microsoft.com/office/officeart/2005/8/layout/bProcess3"/>
    <dgm:cxn modelId="{1A1FBB2E-6324-4F5E-8F9C-F34AB23C00C2}" type="presOf" srcId="{7FA3A51A-9B34-43B5-A79F-FCAB165C9F81}" destId="{D8164B49-A46B-4D34-9CA8-04CFDCE9EA1A}" srcOrd="1" destOrd="0" presId="urn:microsoft.com/office/officeart/2005/8/layout/bProcess3"/>
    <dgm:cxn modelId="{10BE942F-26D7-4F38-97B1-F7582C84FB56}" type="presOf" srcId="{593F509F-465D-4A8B-B779-0117F8E8C9C7}" destId="{82EB215A-6532-47EA-8E13-D9AFE4CA3BC0}" srcOrd="0" destOrd="0" presId="urn:microsoft.com/office/officeart/2005/8/layout/bProcess3"/>
    <dgm:cxn modelId="{92047630-7DAF-4D68-9107-169C6F78FFA2}" type="presOf" srcId="{89DF5568-4E46-405C-9A5C-6A2642E131D8}" destId="{B6164176-43CA-4E4B-AF93-0C970E037334}" srcOrd="1" destOrd="0" presId="urn:microsoft.com/office/officeart/2005/8/layout/bProcess3"/>
    <dgm:cxn modelId="{9053043B-8C60-4F43-BE92-EF25AB62D147}" type="presOf" srcId="{7D7F325E-0C4A-42F2-8FB4-AB133944C9EB}" destId="{2CB10394-428E-43FD-A0C2-4DDC58F9C671}" srcOrd="0" destOrd="0" presId="urn:microsoft.com/office/officeart/2005/8/layout/bProcess3"/>
    <dgm:cxn modelId="{BC8FD340-85ED-461C-A0D3-F53CE3535565}" type="presOf" srcId="{55331825-4906-4236-95E7-5854278C4B06}" destId="{4F91C32C-36C8-4CD4-95B3-2AF3311581F2}" srcOrd="1" destOrd="0" presId="urn:microsoft.com/office/officeart/2005/8/layout/bProcess3"/>
    <dgm:cxn modelId="{6352CB5B-F11A-4455-861A-08EB58840504}" type="presOf" srcId="{0A73A7E6-2C87-4A28-85F8-64F5055D6763}" destId="{75DF90E3-24C7-4F93-8120-ABE69FAA0A79}" srcOrd="0" destOrd="0" presId="urn:microsoft.com/office/officeart/2005/8/layout/bProcess3"/>
    <dgm:cxn modelId="{0254325D-CA1B-4B8B-945E-0B58238E48E4}" type="presOf" srcId="{72D99B64-F6D3-49D5-AF63-EFB0FAC244A1}" destId="{AAE35A78-4BC5-4050-80DE-1F01BF2F9D92}" srcOrd="1" destOrd="0" presId="urn:microsoft.com/office/officeart/2005/8/layout/bProcess3"/>
    <dgm:cxn modelId="{DD897C5F-7837-4913-9E63-D0AAF87A3DBF}" srcId="{AC5B87E3-3CB1-4F28-B244-EA4118DF2261}" destId="{649F2611-4301-42CD-9EF8-5E118E9B72B7}" srcOrd="12" destOrd="0" parTransId="{2A56D28B-3C71-4AF2-B06A-AC85C5DF0BF4}" sibTransId="{1FF30EA4-67CD-4A1F-9747-1274CCE06154}"/>
    <dgm:cxn modelId="{85139960-31D7-447E-88F3-6E7E29FBF3FE}" type="presOf" srcId="{1FF30EA4-67CD-4A1F-9747-1274CCE06154}" destId="{300565E0-B416-4AC7-BC3C-BA7F86DBBF56}" srcOrd="1" destOrd="0" presId="urn:microsoft.com/office/officeart/2005/8/layout/bProcess3"/>
    <dgm:cxn modelId="{567BC142-2C5A-4518-A9A6-A3156F923608}" type="presOf" srcId="{4FBD51AE-0133-4B55-B75A-15E0F857B099}" destId="{50E03A6E-2512-4E3B-917C-BF2219A2B61C}" srcOrd="0" destOrd="0" presId="urn:microsoft.com/office/officeart/2005/8/layout/bProcess3"/>
    <dgm:cxn modelId="{DB820143-7057-4397-9447-136A43AE2C1D}" type="presOf" srcId="{655DFDBA-1450-45A9-AE02-71B8923C7392}" destId="{D4A0A61D-6610-47A1-953C-8E383D5FC5F4}" srcOrd="1" destOrd="0" presId="urn:microsoft.com/office/officeart/2005/8/layout/bProcess3"/>
    <dgm:cxn modelId="{991DCB63-6C1D-4BEB-AD22-A9B3BF7E52A2}" type="presOf" srcId="{C4538F87-6A5D-4CB2-8A1C-2AA87DCC68EF}" destId="{8347871B-93FA-4D16-9E6B-8E0E8115DF55}" srcOrd="0" destOrd="0" presId="urn:microsoft.com/office/officeart/2005/8/layout/bProcess3"/>
    <dgm:cxn modelId="{E0A5E143-2D43-4871-A2AD-0C08F4000282}" type="presOf" srcId="{FC5E0C5C-086E-48CB-B1DB-66522711FB18}" destId="{2633B2C2-A44F-43C8-9F75-2E531F6C1246}" srcOrd="0" destOrd="0" presId="urn:microsoft.com/office/officeart/2005/8/layout/bProcess3"/>
    <dgm:cxn modelId="{83582B67-39F4-4972-AB22-3419DC79611A}" type="presOf" srcId="{2EE46835-04F7-4513-97F5-4C2DA61B2A43}" destId="{3B2DA235-31E9-46E1-929C-B425C459515C}" srcOrd="0" destOrd="0" presId="urn:microsoft.com/office/officeart/2005/8/layout/bProcess3"/>
    <dgm:cxn modelId="{53308C68-31FB-4984-91CF-06FBC31E3EC3}" type="presOf" srcId="{464FFE20-352C-4CCC-996B-02144C118F8D}" destId="{0F174904-D454-4291-AACE-B7BF8BDFAD35}" srcOrd="0" destOrd="0" presId="urn:microsoft.com/office/officeart/2005/8/layout/bProcess3"/>
    <dgm:cxn modelId="{6606264B-A4BA-41C1-B3EA-6FDEB86C097E}" srcId="{AC5B87E3-3CB1-4F28-B244-EA4118DF2261}" destId="{28210801-FB40-4757-A82C-B089822E99D8}" srcOrd="13" destOrd="0" parTransId="{D931FFCC-0C3D-4499-BCE4-287F28127D31}" sibTransId="{12CBF885-66A1-4FD5-972C-CA8AAAD192D9}"/>
    <dgm:cxn modelId="{02F1D66E-0196-40B3-8321-702E71289D6D}" type="presOf" srcId="{ECD90948-153E-4541-BB72-B2B1D66CA323}" destId="{FC57B33E-12E6-45B3-B0DE-F93958A91FC2}" srcOrd="0" destOrd="0" presId="urn:microsoft.com/office/officeart/2005/8/layout/bProcess3"/>
    <dgm:cxn modelId="{01682371-C2DD-4B9B-8A1F-AE826C9C3902}" srcId="{AC5B87E3-3CB1-4F28-B244-EA4118DF2261}" destId="{4FBD51AE-0133-4B55-B75A-15E0F857B099}" srcOrd="7" destOrd="0" parTransId="{2B41DF91-7B2D-4382-AA42-BBC18F878CAD}" sibTransId="{754F0400-8DD7-44FC-9446-7B1138F23495}"/>
    <dgm:cxn modelId="{FFEFAC52-84B8-4EA8-AE1C-6393316B8349}" type="presOf" srcId="{72D99B64-F6D3-49D5-AF63-EFB0FAC244A1}" destId="{EA645B36-FE9C-4DED-823F-C0012AA5BC75}" srcOrd="0" destOrd="0" presId="urn:microsoft.com/office/officeart/2005/8/layout/bProcess3"/>
    <dgm:cxn modelId="{46494453-4254-4BC9-AC65-4BED380FB9F2}" type="presOf" srcId="{11454E8A-E2F6-40D3-A3B9-36AAF3C0CF6D}" destId="{795F3B43-D582-4BFE-A882-A48DC279184D}" srcOrd="0" destOrd="0" presId="urn:microsoft.com/office/officeart/2005/8/layout/bProcess3"/>
    <dgm:cxn modelId="{DCC9AD53-D9AB-4041-95AF-479DCD6978DE}" srcId="{AC5B87E3-3CB1-4F28-B244-EA4118DF2261}" destId="{4326F2FC-33DC-4FB2-9D52-F278601DACF2}" srcOrd="8" destOrd="0" parTransId="{8A2567C6-E660-4F62-8943-44F762D61581}" sibTransId="{7FA3A51A-9B34-43B5-A79F-FCAB165C9F81}"/>
    <dgm:cxn modelId="{CF5B4B74-EFFB-453F-A32F-CE5744F23544}" srcId="{AC5B87E3-3CB1-4F28-B244-EA4118DF2261}" destId="{2276FF68-5D70-4DDC-A68C-9AFDC8FA2694}" srcOrd="9" destOrd="0" parTransId="{8D0D0691-2A4C-4281-BD43-A500B49738EC}" sibTransId="{A94D08F1-C9DB-48B3-9024-5C87B465DDF5}"/>
    <dgm:cxn modelId="{B2857A76-3696-4279-A035-D123B60B64C1}" type="presOf" srcId="{0A73A7E6-2C87-4A28-85F8-64F5055D6763}" destId="{9F02BC22-F2B2-48D2-A9D2-B01056DAE347}" srcOrd="1" destOrd="0" presId="urn:microsoft.com/office/officeart/2005/8/layout/bProcess3"/>
    <dgm:cxn modelId="{8AF9B478-71B5-404D-8FA5-F355CB26D930}" type="presOf" srcId="{12CBF885-66A1-4FD5-972C-CA8AAAD192D9}" destId="{1849ECA9-3CFD-4943-B977-CA6B7C75B3E4}" srcOrd="1" destOrd="0" presId="urn:microsoft.com/office/officeart/2005/8/layout/bProcess3"/>
    <dgm:cxn modelId="{BC5F307A-828C-4033-873D-CDECDC8C6DAB}" srcId="{AC5B87E3-3CB1-4F28-B244-EA4118DF2261}" destId="{5D9C9A7F-1DF4-42E0-A532-52A8038459A7}" srcOrd="3" destOrd="0" parTransId="{D30E2E6C-DCA1-4117-8DE7-2E32503A49C7}" sibTransId="{BF9E54B4-08CF-4B45-914A-949F6FF7E490}"/>
    <dgm:cxn modelId="{5F43297E-4625-46D3-9010-E99C0A07E76D}" type="presOf" srcId="{0DD8E789-DC75-4378-900A-39EDDBBD8119}" destId="{1119C948-97D0-4529-875F-BC1CC53880EC}" srcOrd="0" destOrd="0" presId="urn:microsoft.com/office/officeart/2005/8/layout/bProcess3"/>
    <dgm:cxn modelId="{BB03638B-C24D-4B85-AD8D-F15B7E67C059}" type="presOf" srcId="{12CBF885-66A1-4FD5-972C-CA8AAAD192D9}" destId="{396DDD01-9ABE-462D-B5F9-F36B9434C3C9}" srcOrd="0" destOrd="0" presId="urn:microsoft.com/office/officeart/2005/8/layout/bProcess3"/>
    <dgm:cxn modelId="{6D28F593-E330-4F84-A33D-CFE891F603F0}" type="presOf" srcId="{7FA3A51A-9B34-43B5-A79F-FCAB165C9F81}" destId="{F1C5BCE4-2869-4AA6-99FC-A4F528B73167}" srcOrd="0" destOrd="0" presId="urn:microsoft.com/office/officeart/2005/8/layout/bProcess3"/>
    <dgm:cxn modelId="{7D996D96-5820-4807-85E9-3CFDEAE555D5}" srcId="{AC5B87E3-3CB1-4F28-B244-EA4118DF2261}" destId="{E3FA3C9D-2D9C-419C-9910-AAA2FF92909E}" srcOrd="1" destOrd="0" parTransId="{F14288D9-94EF-4868-A15A-2FD2306DDDB0}" sibTransId="{36067617-0C50-42A1-AF16-F210955D3A16}"/>
    <dgm:cxn modelId="{1C28C59D-4BC2-4B58-95BD-E377D0D85453}" srcId="{AC5B87E3-3CB1-4F28-B244-EA4118DF2261}" destId="{7D7F325E-0C4A-42F2-8FB4-AB133944C9EB}" srcOrd="14" destOrd="0" parTransId="{9650238B-9026-41F0-A3B6-2E6BD6750619}" sibTransId="{191A7AB2-FD1A-4FAA-9CC1-6FE3FDF91D5D}"/>
    <dgm:cxn modelId="{404FD69F-8D70-4474-A504-C1EE52C9417D}" type="presOf" srcId="{5D9C9A7F-1DF4-42E0-A532-52A8038459A7}" destId="{337B184B-8411-4050-A0EE-A908C3BF5AA4}" srcOrd="0" destOrd="0" presId="urn:microsoft.com/office/officeart/2005/8/layout/bProcess3"/>
    <dgm:cxn modelId="{DADEDDA1-AF56-445A-89C5-11E3AC147A3D}" type="presOf" srcId="{2276FF68-5D70-4DDC-A68C-9AFDC8FA2694}" destId="{6BFB464C-6BF5-42E6-89B6-8BB0A0F6778C}" srcOrd="0" destOrd="0" presId="urn:microsoft.com/office/officeart/2005/8/layout/bProcess3"/>
    <dgm:cxn modelId="{91E82BA2-9FAB-4BEF-B52E-ABA34EEA7F60}" srcId="{AC5B87E3-3CB1-4F28-B244-EA4118DF2261}" destId="{C6763203-6B44-4EA1-8159-EB81D911CA18}" srcOrd="11" destOrd="0" parTransId="{014B1C08-4E11-4451-A44B-8681E1A79E37}" sibTransId="{5B90DD9E-BFC3-47A7-B652-03C9C479718C}"/>
    <dgm:cxn modelId="{81DA13B3-A4EF-4BF0-90A9-3BFC668E0AB4}" type="presOf" srcId="{A88182FD-DF6E-495A-B93E-11AB4D83613D}" destId="{81117946-016C-447D-8427-A2823B291D0E}" srcOrd="0" destOrd="0" presId="urn:microsoft.com/office/officeart/2005/8/layout/bProcess3"/>
    <dgm:cxn modelId="{A9BB65B5-64B3-413A-99CA-8B402823C87C}" type="presOf" srcId="{467DDF70-FD0D-40AC-A1CF-754CEF84C97D}" destId="{85322A5E-DC64-44B4-B91C-74E2B99521E2}" srcOrd="0" destOrd="0" presId="urn:microsoft.com/office/officeart/2005/8/layout/bProcess3"/>
    <dgm:cxn modelId="{CA4EA4B7-061F-4920-98B4-C21D79F8705E}" type="presOf" srcId="{E3CD12DD-DF80-44CA-A98C-EE4A219E7127}" destId="{18A67F97-E17C-4234-AAC1-F057E95A9859}" srcOrd="0" destOrd="0" presId="urn:microsoft.com/office/officeart/2005/8/layout/bProcess3"/>
    <dgm:cxn modelId="{46665DB8-700E-4398-9C7A-2C918CD3006F}" srcId="{AC5B87E3-3CB1-4F28-B244-EA4118DF2261}" destId="{2EE46835-04F7-4513-97F5-4C2DA61B2A43}" srcOrd="6" destOrd="0" parTransId="{4B5D8613-FA08-4BFF-9752-00CF6BA0FDA2}" sibTransId="{0A73A7E6-2C87-4A28-85F8-64F5055D6763}"/>
    <dgm:cxn modelId="{C43DEBB8-12E3-41E3-B021-3368E2643459}" type="presOf" srcId="{BF9E54B4-08CF-4B45-914A-949F6FF7E490}" destId="{912521B5-8A5E-4A65-8F67-A73EAE80053B}" srcOrd="1" destOrd="0" presId="urn:microsoft.com/office/officeart/2005/8/layout/bProcess3"/>
    <dgm:cxn modelId="{54C9F2B8-9B88-4524-AB17-3157E8DB324B}" type="presOf" srcId="{4326F2FC-33DC-4FB2-9D52-F278601DACF2}" destId="{54D708CF-03F4-4810-8C02-ED0A841D9083}" srcOrd="0" destOrd="0" presId="urn:microsoft.com/office/officeart/2005/8/layout/bProcess3"/>
    <dgm:cxn modelId="{803962B9-ECAA-4102-A9A0-BB43E7C6B5AA}" srcId="{AC5B87E3-3CB1-4F28-B244-EA4118DF2261}" destId="{0F6DA6DA-B18E-4E3D-8017-F46C4902993C}" srcOrd="10" destOrd="0" parTransId="{131D31BB-85B4-41BE-A2B1-05B1E2754C3E}" sibTransId="{A88182FD-DF6E-495A-B93E-11AB4D83613D}"/>
    <dgm:cxn modelId="{034A6BBE-D51E-4FA1-B71B-EB393403743E}" type="presOf" srcId="{754F0400-8DD7-44FC-9446-7B1138F23495}" destId="{EC96659C-3F99-4FED-BBC2-CCA0BA3B687A}" srcOrd="0" destOrd="0" presId="urn:microsoft.com/office/officeart/2005/8/layout/bProcess3"/>
    <dgm:cxn modelId="{F8E3EAC2-2429-4AF0-8F32-4F42B977E7A5}" type="presOf" srcId="{36067617-0C50-42A1-AF16-F210955D3A16}" destId="{83E87FA5-00E7-4FA6-9B6A-0830EBE1F7E9}" srcOrd="1" destOrd="0" presId="urn:microsoft.com/office/officeart/2005/8/layout/bProcess3"/>
    <dgm:cxn modelId="{A86374C3-EA72-47E8-84FA-1B424B0EF7DE}" type="presOf" srcId="{89DF5568-4E46-405C-9A5C-6A2642E131D8}" destId="{6C5E5BF4-9084-4C83-9A27-C79D3800DD3E}" srcOrd="0" destOrd="0" presId="urn:microsoft.com/office/officeart/2005/8/layout/bProcess3"/>
    <dgm:cxn modelId="{438312C7-D245-4675-95D2-3FBA35617517}" type="presOf" srcId="{995CAA05-8CD3-4CB0-84F3-293FF2C18292}" destId="{1B363759-8C14-46EA-B1DE-056D1213824E}" srcOrd="0" destOrd="0" presId="urn:microsoft.com/office/officeart/2005/8/layout/bProcess3"/>
    <dgm:cxn modelId="{1DFE13C9-C016-46A9-8223-8E9F002F7CBC}" type="presOf" srcId="{5B90DD9E-BFC3-47A7-B652-03C9C479718C}" destId="{8D1D59BB-85E6-481C-898B-BC2491DCB594}" srcOrd="0" destOrd="0" presId="urn:microsoft.com/office/officeart/2005/8/layout/bProcess3"/>
    <dgm:cxn modelId="{030B0FD1-B058-4E9A-867C-8A47A63F4287}" type="presOf" srcId="{A88182FD-DF6E-495A-B93E-11AB4D83613D}" destId="{83AE8792-2738-4C0E-A246-A0B5A20C1C2C}" srcOrd="1" destOrd="0" presId="urn:microsoft.com/office/officeart/2005/8/layout/bProcess3"/>
    <dgm:cxn modelId="{FFEB1FD2-7821-40DE-932D-FF567BB00604}" type="presOf" srcId="{28210801-FB40-4757-A82C-B089822E99D8}" destId="{F1BF0F90-88E0-4871-AAD1-8C8EB88FF505}" srcOrd="0" destOrd="0" presId="urn:microsoft.com/office/officeart/2005/8/layout/bProcess3"/>
    <dgm:cxn modelId="{823CCED8-C3B3-42A4-8C6C-37D09DEC0A92}" type="presOf" srcId="{0DD8E789-DC75-4378-900A-39EDDBBD8119}" destId="{4FBA44DC-739B-4EDD-BED1-005878381D68}" srcOrd="1" destOrd="0" presId="urn:microsoft.com/office/officeart/2005/8/layout/bProcess3"/>
    <dgm:cxn modelId="{F66CEEDA-2A3F-47FA-91A9-A31AC3074DE4}" type="presOf" srcId="{55331825-4906-4236-95E7-5854278C4B06}" destId="{F00D2C35-9B98-460F-B1A9-13CFC6F420F8}" srcOrd="0" destOrd="0" presId="urn:microsoft.com/office/officeart/2005/8/layout/bProcess3"/>
    <dgm:cxn modelId="{1719C5DD-9E5F-4BA8-B41B-46F052E4829F}" type="presOf" srcId="{754F0400-8DD7-44FC-9446-7B1138F23495}" destId="{AE76AAFA-45C7-4760-AF76-F6932E475C77}" srcOrd="1" destOrd="0" presId="urn:microsoft.com/office/officeart/2005/8/layout/bProcess3"/>
    <dgm:cxn modelId="{54FECBDF-0C41-4A6D-8656-12FABE53660E}" srcId="{AC5B87E3-3CB1-4F28-B244-EA4118DF2261}" destId="{593F509F-465D-4A8B-B779-0117F8E8C9C7}" srcOrd="2" destOrd="0" parTransId="{44FF07EA-77E0-41A9-9BE9-882C120CDFBB}" sibTransId="{995CAA05-8CD3-4CB0-84F3-293FF2C18292}"/>
    <dgm:cxn modelId="{F66741E2-F5AD-4B55-9500-0D1AC2DD5E9A}" srcId="{AC5B87E3-3CB1-4F28-B244-EA4118DF2261}" destId="{ECD90948-153E-4541-BB72-B2B1D66CA323}" srcOrd="16" destOrd="0" parTransId="{21915168-5160-4E56-8DB8-D72019DFF5EF}" sibTransId="{55331825-4906-4236-95E7-5854278C4B06}"/>
    <dgm:cxn modelId="{BC0868E8-784C-45C1-B6D5-F73476793647}" type="presOf" srcId="{191A7AB2-FD1A-4FAA-9CC1-6FE3FDF91D5D}" destId="{6B08075E-7F4D-45AA-A329-A58F0A29998B}" srcOrd="0" destOrd="0" presId="urn:microsoft.com/office/officeart/2005/8/layout/bProcess3"/>
    <dgm:cxn modelId="{20F159E8-1857-4789-B3F4-E707504B093D}" type="presOf" srcId="{BEE55CDD-5D4D-46E3-891B-955ECAC78ABB}" destId="{82B99BCD-0031-4674-8033-6A88A2EA59F3}" srcOrd="0" destOrd="0" presId="urn:microsoft.com/office/officeart/2005/8/layout/bProcess3"/>
    <dgm:cxn modelId="{C9A8AFEB-D0EA-4B67-A8BD-C30D42158CAB}" type="presOf" srcId="{11454E8A-E2F6-40D3-A3B9-36AAF3C0CF6D}" destId="{F548EAB0-19C0-420C-87BB-4BC763FEE8FB}" srcOrd="1" destOrd="0" presId="urn:microsoft.com/office/officeart/2005/8/layout/bProcess3"/>
    <dgm:cxn modelId="{0FB708F1-657A-47A6-A72D-D7F91125BC6C}" srcId="{AC5B87E3-3CB1-4F28-B244-EA4118DF2261}" destId="{F6421A4E-D9B9-41DB-8E51-57A6F370708F}" srcOrd="5" destOrd="0" parTransId="{F0A61839-01F0-4441-BBE0-58009B98D87C}" sibTransId="{11454E8A-E2F6-40D3-A3B9-36AAF3C0CF6D}"/>
    <dgm:cxn modelId="{233534F1-0100-418C-9344-55878D1AEAB4}" type="presOf" srcId="{0F6DA6DA-B18E-4E3D-8017-F46C4902993C}" destId="{53B1CA4D-4198-47CB-8E8C-ECB49F98E5DE}" srcOrd="0" destOrd="0" presId="urn:microsoft.com/office/officeart/2005/8/layout/bProcess3"/>
    <dgm:cxn modelId="{7597ADF1-D0ED-4FD2-BE01-4905389D4632}" srcId="{AC5B87E3-3CB1-4F28-B244-EA4118DF2261}" destId="{707CDAE9-57FF-449B-9D4F-4D55E7D97DF0}" srcOrd="17" destOrd="0" parTransId="{B074DEE0-23A4-45B3-BBAF-32F81A55C49F}" sibTransId="{655DFDBA-1450-45A9-AE02-71B8923C7392}"/>
    <dgm:cxn modelId="{C72548F3-3023-4557-A732-E807C8C7B309}" type="presOf" srcId="{191A7AB2-FD1A-4FAA-9CC1-6FE3FDF91D5D}" destId="{3E7F2E29-6591-411F-9718-767911813FB0}" srcOrd="1" destOrd="0" presId="urn:microsoft.com/office/officeart/2005/8/layout/bProcess3"/>
    <dgm:cxn modelId="{4DE60AA4-457A-43BA-9D1E-4275C5C0B70E}" type="presParOf" srcId="{48B38232-07EE-4EF9-B0B2-333E18DCA771}" destId="{85322A5E-DC64-44B4-B91C-74E2B99521E2}" srcOrd="0" destOrd="0" presId="urn:microsoft.com/office/officeart/2005/8/layout/bProcess3"/>
    <dgm:cxn modelId="{C5DF58E5-1495-4949-853A-02A7FE9F917F}" type="presParOf" srcId="{48B38232-07EE-4EF9-B0B2-333E18DCA771}" destId="{EA645B36-FE9C-4DED-823F-C0012AA5BC75}" srcOrd="1" destOrd="0" presId="urn:microsoft.com/office/officeart/2005/8/layout/bProcess3"/>
    <dgm:cxn modelId="{68D7D999-93F4-4F31-B377-B99FA0C6E507}" type="presParOf" srcId="{EA645B36-FE9C-4DED-823F-C0012AA5BC75}" destId="{AAE35A78-4BC5-4050-80DE-1F01BF2F9D92}" srcOrd="0" destOrd="0" presId="urn:microsoft.com/office/officeart/2005/8/layout/bProcess3"/>
    <dgm:cxn modelId="{D4E5097E-EB90-4241-B8B9-BAC8EF2B0D7B}" type="presParOf" srcId="{48B38232-07EE-4EF9-B0B2-333E18DCA771}" destId="{536AC63E-E2C8-43E8-A4B2-A494CD32253C}" srcOrd="2" destOrd="0" presId="urn:microsoft.com/office/officeart/2005/8/layout/bProcess3"/>
    <dgm:cxn modelId="{A50981A1-16D7-45DA-8172-AF9EC35D48FF}" type="presParOf" srcId="{48B38232-07EE-4EF9-B0B2-333E18DCA771}" destId="{66D6183E-14AC-4077-85E6-069E5047B04C}" srcOrd="3" destOrd="0" presId="urn:microsoft.com/office/officeart/2005/8/layout/bProcess3"/>
    <dgm:cxn modelId="{AFE71642-2399-41AA-B94D-05BF33F19D79}" type="presParOf" srcId="{66D6183E-14AC-4077-85E6-069E5047B04C}" destId="{83E87FA5-00E7-4FA6-9B6A-0830EBE1F7E9}" srcOrd="0" destOrd="0" presId="urn:microsoft.com/office/officeart/2005/8/layout/bProcess3"/>
    <dgm:cxn modelId="{0E5E4F56-B541-4245-AD4C-DAB318B55951}" type="presParOf" srcId="{48B38232-07EE-4EF9-B0B2-333E18DCA771}" destId="{82EB215A-6532-47EA-8E13-D9AFE4CA3BC0}" srcOrd="4" destOrd="0" presId="urn:microsoft.com/office/officeart/2005/8/layout/bProcess3"/>
    <dgm:cxn modelId="{2C5708EC-D404-4ED2-933F-A71EE55A530C}" type="presParOf" srcId="{48B38232-07EE-4EF9-B0B2-333E18DCA771}" destId="{1B363759-8C14-46EA-B1DE-056D1213824E}" srcOrd="5" destOrd="0" presId="urn:microsoft.com/office/officeart/2005/8/layout/bProcess3"/>
    <dgm:cxn modelId="{17F0077F-7B67-4BAD-871E-3AC57E9CCBA0}" type="presParOf" srcId="{1B363759-8C14-46EA-B1DE-056D1213824E}" destId="{8A5DB23F-467F-4D40-A8C9-1D6B6F94F64C}" srcOrd="0" destOrd="0" presId="urn:microsoft.com/office/officeart/2005/8/layout/bProcess3"/>
    <dgm:cxn modelId="{83B01FC9-E249-40CE-B86A-3929F3736380}" type="presParOf" srcId="{48B38232-07EE-4EF9-B0B2-333E18DCA771}" destId="{337B184B-8411-4050-A0EE-A908C3BF5AA4}" srcOrd="6" destOrd="0" presId="urn:microsoft.com/office/officeart/2005/8/layout/bProcess3"/>
    <dgm:cxn modelId="{0F205443-1CFD-47EB-B60C-60FC8A43AD86}" type="presParOf" srcId="{48B38232-07EE-4EF9-B0B2-333E18DCA771}" destId="{46AD3932-E391-448C-8E4C-885D658D6A61}" srcOrd="7" destOrd="0" presId="urn:microsoft.com/office/officeart/2005/8/layout/bProcess3"/>
    <dgm:cxn modelId="{6E2E6E3F-591C-480B-AEDB-BBBAACF6DC8D}" type="presParOf" srcId="{46AD3932-E391-448C-8E4C-885D658D6A61}" destId="{912521B5-8A5E-4A65-8F67-A73EAE80053B}" srcOrd="0" destOrd="0" presId="urn:microsoft.com/office/officeart/2005/8/layout/bProcess3"/>
    <dgm:cxn modelId="{5BA5A066-4DC9-4680-B132-6647090CE704}" type="presParOf" srcId="{48B38232-07EE-4EF9-B0B2-333E18DCA771}" destId="{0F174904-D454-4291-AACE-B7BF8BDFAD35}" srcOrd="8" destOrd="0" presId="urn:microsoft.com/office/officeart/2005/8/layout/bProcess3"/>
    <dgm:cxn modelId="{06A23068-96B6-4F75-9AFC-A3AA447E339A}" type="presParOf" srcId="{48B38232-07EE-4EF9-B0B2-333E18DCA771}" destId="{18A67F97-E17C-4234-AAC1-F057E95A9859}" srcOrd="9" destOrd="0" presId="urn:microsoft.com/office/officeart/2005/8/layout/bProcess3"/>
    <dgm:cxn modelId="{84BB10C0-2480-48FD-9024-79631EBB1337}" type="presParOf" srcId="{18A67F97-E17C-4234-AAC1-F057E95A9859}" destId="{AEAFC5BA-9224-4456-87B7-B7E8AC42D407}" srcOrd="0" destOrd="0" presId="urn:microsoft.com/office/officeart/2005/8/layout/bProcess3"/>
    <dgm:cxn modelId="{567FC3F3-95AB-4EFF-8594-1C7DEABBA434}" type="presParOf" srcId="{48B38232-07EE-4EF9-B0B2-333E18DCA771}" destId="{BF9A6EF2-BA84-424F-988B-073D28E3957A}" srcOrd="10" destOrd="0" presId="urn:microsoft.com/office/officeart/2005/8/layout/bProcess3"/>
    <dgm:cxn modelId="{A143AF71-D0D7-43C2-A06F-A521C594801E}" type="presParOf" srcId="{48B38232-07EE-4EF9-B0B2-333E18DCA771}" destId="{795F3B43-D582-4BFE-A882-A48DC279184D}" srcOrd="11" destOrd="0" presId="urn:microsoft.com/office/officeart/2005/8/layout/bProcess3"/>
    <dgm:cxn modelId="{4937CD17-92EE-45B5-A452-A9A977DE40BA}" type="presParOf" srcId="{795F3B43-D582-4BFE-A882-A48DC279184D}" destId="{F548EAB0-19C0-420C-87BB-4BC763FEE8FB}" srcOrd="0" destOrd="0" presId="urn:microsoft.com/office/officeart/2005/8/layout/bProcess3"/>
    <dgm:cxn modelId="{792264E9-AAEF-4AC4-8C8A-DD712D8FA257}" type="presParOf" srcId="{48B38232-07EE-4EF9-B0B2-333E18DCA771}" destId="{3B2DA235-31E9-46E1-929C-B425C459515C}" srcOrd="12" destOrd="0" presId="urn:microsoft.com/office/officeart/2005/8/layout/bProcess3"/>
    <dgm:cxn modelId="{3560929E-370E-4C80-BF2B-4EEBBBD78C6B}" type="presParOf" srcId="{48B38232-07EE-4EF9-B0B2-333E18DCA771}" destId="{75DF90E3-24C7-4F93-8120-ABE69FAA0A79}" srcOrd="13" destOrd="0" presId="urn:microsoft.com/office/officeart/2005/8/layout/bProcess3"/>
    <dgm:cxn modelId="{7A51D2FD-69AA-48D4-9A84-8FEDDEF74458}" type="presParOf" srcId="{75DF90E3-24C7-4F93-8120-ABE69FAA0A79}" destId="{9F02BC22-F2B2-48D2-A9D2-B01056DAE347}" srcOrd="0" destOrd="0" presId="urn:microsoft.com/office/officeart/2005/8/layout/bProcess3"/>
    <dgm:cxn modelId="{58705F7D-2C27-4EA9-8B29-29A6DE790530}" type="presParOf" srcId="{48B38232-07EE-4EF9-B0B2-333E18DCA771}" destId="{50E03A6E-2512-4E3B-917C-BF2219A2B61C}" srcOrd="14" destOrd="0" presId="urn:microsoft.com/office/officeart/2005/8/layout/bProcess3"/>
    <dgm:cxn modelId="{4BD138CB-344D-4333-80F2-1FF196130217}" type="presParOf" srcId="{48B38232-07EE-4EF9-B0B2-333E18DCA771}" destId="{EC96659C-3F99-4FED-BBC2-CCA0BA3B687A}" srcOrd="15" destOrd="0" presId="urn:microsoft.com/office/officeart/2005/8/layout/bProcess3"/>
    <dgm:cxn modelId="{5BDC0BCC-C890-4EE3-8A4F-68A8B813DC20}" type="presParOf" srcId="{EC96659C-3F99-4FED-BBC2-CCA0BA3B687A}" destId="{AE76AAFA-45C7-4760-AF76-F6932E475C77}" srcOrd="0" destOrd="0" presId="urn:microsoft.com/office/officeart/2005/8/layout/bProcess3"/>
    <dgm:cxn modelId="{389CAB07-B918-4535-B351-FF5101276034}" type="presParOf" srcId="{48B38232-07EE-4EF9-B0B2-333E18DCA771}" destId="{54D708CF-03F4-4810-8C02-ED0A841D9083}" srcOrd="16" destOrd="0" presId="urn:microsoft.com/office/officeart/2005/8/layout/bProcess3"/>
    <dgm:cxn modelId="{50146FC7-CD63-462C-995B-C0FBAA436257}" type="presParOf" srcId="{48B38232-07EE-4EF9-B0B2-333E18DCA771}" destId="{F1C5BCE4-2869-4AA6-99FC-A4F528B73167}" srcOrd="17" destOrd="0" presId="urn:microsoft.com/office/officeart/2005/8/layout/bProcess3"/>
    <dgm:cxn modelId="{18D13312-A0E2-4185-B672-BBB960BF1851}" type="presParOf" srcId="{F1C5BCE4-2869-4AA6-99FC-A4F528B73167}" destId="{D8164B49-A46B-4D34-9CA8-04CFDCE9EA1A}" srcOrd="0" destOrd="0" presId="urn:microsoft.com/office/officeart/2005/8/layout/bProcess3"/>
    <dgm:cxn modelId="{9D389AC3-D8C3-4960-AA3B-C0E09553DECB}" type="presParOf" srcId="{48B38232-07EE-4EF9-B0B2-333E18DCA771}" destId="{6BFB464C-6BF5-42E6-89B6-8BB0A0F6778C}" srcOrd="18" destOrd="0" presId="urn:microsoft.com/office/officeart/2005/8/layout/bProcess3"/>
    <dgm:cxn modelId="{73143C21-FBEF-4A87-8B79-6DF77071054E}" type="presParOf" srcId="{48B38232-07EE-4EF9-B0B2-333E18DCA771}" destId="{CA704696-C215-42F5-B1F2-AB72E480F3BF}" srcOrd="19" destOrd="0" presId="urn:microsoft.com/office/officeart/2005/8/layout/bProcess3"/>
    <dgm:cxn modelId="{68764E17-5099-4859-A2AF-1E17413E78F8}" type="presParOf" srcId="{CA704696-C215-42F5-B1F2-AB72E480F3BF}" destId="{27DC3337-F099-4C6F-A24B-8D946D55D356}" srcOrd="0" destOrd="0" presId="urn:microsoft.com/office/officeart/2005/8/layout/bProcess3"/>
    <dgm:cxn modelId="{5721631A-1F2B-489B-B86D-AA19ACC35E6C}" type="presParOf" srcId="{48B38232-07EE-4EF9-B0B2-333E18DCA771}" destId="{53B1CA4D-4198-47CB-8E8C-ECB49F98E5DE}" srcOrd="20" destOrd="0" presId="urn:microsoft.com/office/officeart/2005/8/layout/bProcess3"/>
    <dgm:cxn modelId="{0D8492F6-B858-4F7B-8BED-99F9AAD73053}" type="presParOf" srcId="{48B38232-07EE-4EF9-B0B2-333E18DCA771}" destId="{81117946-016C-447D-8427-A2823B291D0E}" srcOrd="21" destOrd="0" presId="urn:microsoft.com/office/officeart/2005/8/layout/bProcess3"/>
    <dgm:cxn modelId="{FF583ACD-180B-496B-9B9A-103CD40D7546}" type="presParOf" srcId="{81117946-016C-447D-8427-A2823B291D0E}" destId="{83AE8792-2738-4C0E-A246-A0B5A20C1C2C}" srcOrd="0" destOrd="0" presId="urn:microsoft.com/office/officeart/2005/8/layout/bProcess3"/>
    <dgm:cxn modelId="{AB5B26AE-CE2E-46D2-AA14-8151C3D9F602}" type="presParOf" srcId="{48B38232-07EE-4EF9-B0B2-333E18DCA771}" destId="{4D550A8C-CCAE-4EDA-BFD9-D75E1B8A94F5}" srcOrd="22" destOrd="0" presId="urn:microsoft.com/office/officeart/2005/8/layout/bProcess3"/>
    <dgm:cxn modelId="{A175141F-85E3-4C8A-BFA1-E88BFD9E39A9}" type="presParOf" srcId="{48B38232-07EE-4EF9-B0B2-333E18DCA771}" destId="{8D1D59BB-85E6-481C-898B-BC2491DCB594}" srcOrd="23" destOrd="0" presId="urn:microsoft.com/office/officeart/2005/8/layout/bProcess3"/>
    <dgm:cxn modelId="{467D3A2E-EBAD-46E6-9F82-CC99B634C632}" type="presParOf" srcId="{8D1D59BB-85E6-481C-898B-BC2491DCB594}" destId="{5BD5290D-89FF-41B0-B1F0-5D6A7ED20BAC}" srcOrd="0" destOrd="0" presId="urn:microsoft.com/office/officeart/2005/8/layout/bProcess3"/>
    <dgm:cxn modelId="{9B4C467F-F130-4795-A95D-5DB70554E2F1}" type="presParOf" srcId="{48B38232-07EE-4EF9-B0B2-333E18DCA771}" destId="{C7E69607-5DCF-468B-B48C-925E200184FB}" srcOrd="24" destOrd="0" presId="urn:microsoft.com/office/officeart/2005/8/layout/bProcess3"/>
    <dgm:cxn modelId="{C9139543-9B8E-4195-BBEF-AFE5452DAA68}" type="presParOf" srcId="{48B38232-07EE-4EF9-B0B2-333E18DCA771}" destId="{C51E2566-9AAE-4A70-A33F-B01102FD4673}" srcOrd="25" destOrd="0" presId="urn:microsoft.com/office/officeart/2005/8/layout/bProcess3"/>
    <dgm:cxn modelId="{DB940EE2-5B92-4C7A-909D-5EC07263C32F}" type="presParOf" srcId="{C51E2566-9AAE-4A70-A33F-B01102FD4673}" destId="{300565E0-B416-4AC7-BC3C-BA7F86DBBF56}" srcOrd="0" destOrd="0" presId="urn:microsoft.com/office/officeart/2005/8/layout/bProcess3"/>
    <dgm:cxn modelId="{A9798FE9-25F0-40E9-97AA-3E6A23A87760}" type="presParOf" srcId="{48B38232-07EE-4EF9-B0B2-333E18DCA771}" destId="{F1BF0F90-88E0-4871-AAD1-8C8EB88FF505}" srcOrd="26" destOrd="0" presId="urn:microsoft.com/office/officeart/2005/8/layout/bProcess3"/>
    <dgm:cxn modelId="{B2485C7C-5013-4B66-9464-C2E0D6D4628F}" type="presParOf" srcId="{48B38232-07EE-4EF9-B0B2-333E18DCA771}" destId="{396DDD01-9ABE-462D-B5F9-F36B9434C3C9}" srcOrd="27" destOrd="0" presId="urn:microsoft.com/office/officeart/2005/8/layout/bProcess3"/>
    <dgm:cxn modelId="{9186FB85-6E89-4F3C-B7F2-38D1157238E1}" type="presParOf" srcId="{396DDD01-9ABE-462D-B5F9-F36B9434C3C9}" destId="{1849ECA9-3CFD-4943-B977-CA6B7C75B3E4}" srcOrd="0" destOrd="0" presId="urn:microsoft.com/office/officeart/2005/8/layout/bProcess3"/>
    <dgm:cxn modelId="{A5F054F0-9DB1-463F-B004-8269F7D041FA}" type="presParOf" srcId="{48B38232-07EE-4EF9-B0B2-333E18DCA771}" destId="{2CB10394-428E-43FD-A0C2-4DDC58F9C671}" srcOrd="28" destOrd="0" presId="urn:microsoft.com/office/officeart/2005/8/layout/bProcess3"/>
    <dgm:cxn modelId="{8F14F516-96B6-4AA6-9115-A993B7B20EDD}" type="presParOf" srcId="{48B38232-07EE-4EF9-B0B2-333E18DCA771}" destId="{6B08075E-7F4D-45AA-A329-A58F0A29998B}" srcOrd="29" destOrd="0" presId="urn:microsoft.com/office/officeart/2005/8/layout/bProcess3"/>
    <dgm:cxn modelId="{5FF08A1C-5611-4296-AF56-24323D895739}" type="presParOf" srcId="{6B08075E-7F4D-45AA-A329-A58F0A29998B}" destId="{3E7F2E29-6591-411F-9718-767911813FB0}" srcOrd="0" destOrd="0" presId="urn:microsoft.com/office/officeart/2005/8/layout/bProcess3"/>
    <dgm:cxn modelId="{7D2D3014-9A3E-4D50-A459-B7B7C95F826C}" type="presParOf" srcId="{48B38232-07EE-4EF9-B0B2-333E18DCA771}" destId="{82B99BCD-0031-4674-8033-6A88A2EA59F3}" srcOrd="30" destOrd="0" presId="urn:microsoft.com/office/officeart/2005/8/layout/bProcess3"/>
    <dgm:cxn modelId="{64740DF5-61E2-4F7D-8967-C1A1EB18DA48}" type="presParOf" srcId="{48B38232-07EE-4EF9-B0B2-333E18DCA771}" destId="{1119C948-97D0-4529-875F-BC1CC53880EC}" srcOrd="31" destOrd="0" presId="urn:microsoft.com/office/officeart/2005/8/layout/bProcess3"/>
    <dgm:cxn modelId="{0770EB4A-B395-4E35-ADFC-F5323700C66A}" type="presParOf" srcId="{1119C948-97D0-4529-875F-BC1CC53880EC}" destId="{4FBA44DC-739B-4EDD-BED1-005878381D68}" srcOrd="0" destOrd="0" presId="urn:microsoft.com/office/officeart/2005/8/layout/bProcess3"/>
    <dgm:cxn modelId="{8132C880-E0D5-41E4-98A4-B520F8D0F0E9}" type="presParOf" srcId="{48B38232-07EE-4EF9-B0B2-333E18DCA771}" destId="{FC57B33E-12E6-45B3-B0DE-F93958A91FC2}" srcOrd="32" destOrd="0" presId="urn:microsoft.com/office/officeart/2005/8/layout/bProcess3"/>
    <dgm:cxn modelId="{1C2F4E9A-EDE1-4EEB-82FF-0A53E9112748}" type="presParOf" srcId="{48B38232-07EE-4EF9-B0B2-333E18DCA771}" destId="{F00D2C35-9B98-460F-B1A9-13CFC6F420F8}" srcOrd="33" destOrd="0" presId="urn:microsoft.com/office/officeart/2005/8/layout/bProcess3"/>
    <dgm:cxn modelId="{B7995318-2AF2-4E81-A6F9-CAF1BB879BFA}" type="presParOf" srcId="{F00D2C35-9B98-460F-B1A9-13CFC6F420F8}" destId="{4F91C32C-36C8-4CD4-95B3-2AF3311581F2}" srcOrd="0" destOrd="0" presId="urn:microsoft.com/office/officeart/2005/8/layout/bProcess3"/>
    <dgm:cxn modelId="{D38EE1D4-B567-40B5-BABD-EB5410053214}" type="presParOf" srcId="{48B38232-07EE-4EF9-B0B2-333E18DCA771}" destId="{527E57E0-8DE8-4CA3-886E-90B319DE80AD}" srcOrd="34" destOrd="0" presId="urn:microsoft.com/office/officeart/2005/8/layout/bProcess3"/>
    <dgm:cxn modelId="{07C0F932-1C23-4ECB-B35B-AA3C4F232530}" type="presParOf" srcId="{48B38232-07EE-4EF9-B0B2-333E18DCA771}" destId="{086BB3A7-CE58-4D7F-AAC4-7F8D9BD4D97E}" srcOrd="35" destOrd="0" presId="urn:microsoft.com/office/officeart/2005/8/layout/bProcess3"/>
    <dgm:cxn modelId="{87C0B57F-B118-4912-9734-9376F725E2E2}" type="presParOf" srcId="{086BB3A7-CE58-4D7F-AAC4-7F8D9BD4D97E}" destId="{D4A0A61D-6610-47A1-953C-8E383D5FC5F4}" srcOrd="0" destOrd="0" presId="urn:microsoft.com/office/officeart/2005/8/layout/bProcess3"/>
    <dgm:cxn modelId="{10A77A54-6EDB-46C2-A02C-39950FB6B25A}" type="presParOf" srcId="{48B38232-07EE-4EF9-B0B2-333E18DCA771}" destId="{2633B2C2-A44F-43C8-9F75-2E531F6C1246}" srcOrd="36" destOrd="0" presId="urn:microsoft.com/office/officeart/2005/8/layout/bProcess3"/>
    <dgm:cxn modelId="{3BCC981F-10C3-4F09-988B-BA837D839818}" type="presParOf" srcId="{48B38232-07EE-4EF9-B0B2-333E18DCA771}" destId="{6C5E5BF4-9084-4C83-9A27-C79D3800DD3E}" srcOrd="37" destOrd="0" presId="urn:microsoft.com/office/officeart/2005/8/layout/bProcess3"/>
    <dgm:cxn modelId="{AAD78918-E508-47F2-B839-364DE3EBA18E}" type="presParOf" srcId="{6C5E5BF4-9084-4C83-9A27-C79D3800DD3E}" destId="{B6164176-43CA-4E4B-AF93-0C970E037334}" srcOrd="0" destOrd="0" presId="urn:microsoft.com/office/officeart/2005/8/layout/bProcess3"/>
    <dgm:cxn modelId="{8940415A-69B9-4F44-B1DC-AD85D9B945CF}" type="presParOf" srcId="{48B38232-07EE-4EF9-B0B2-333E18DCA771}" destId="{8347871B-93FA-4D16-9E6B-8E0E8115DF55}" srcOrd="3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E3C5F98-9622-44D0-972E-746CF8CD0E65}" type="doc">
      <dgm:prSet loTypeId="urn:microsoft.com/office/officeart/2005/8/layout/bProcess3" loCatId="process" qsTypeId="urn:microsoft.com/office/officeart/2005/8/quickstyle/simple3" qsCatId="simple" csTypeId="urn:microsoft.com/office/officeart/2005/8/colors/accent1_2" csCatId="accent1" phldr="1"/>
      <dgm:spPr/>
    </dgm:pt>
    <dgm:pt modelId="{7F56ED15-BCA8-4537-9AF5-ED2FA68C15D5}">
      <dgm:prSet phldrT="[Text]"/>
      <dgm:spPr/>
      <dgm:t>
        <a:bodyPr/>
        <a:lstStyle/>
        <a:p>
          <a:r>
            <a:rPr lang="en-US" dirty="0"/>
            <a:t>Announcement</a:t>
          </a:r>
        </a:p>
      </dgm:t>
    </dgm:pt>
    <dgm:pt modelId="{5B794ECE-3476-4C25-A0AD-09FC602111E6}" type="parTrans" cxnId="{727A4684-4F9D-45B7-8F07-50195C346A27}">
      <dgm:prSet/>
      <dgm:spPr/>
      <dgm:t>
        <a:bodyPr/>
        <a:lstStyle/>
        <a:p>
          <a:endParaRPr lang="en-US"/>
        </a:p>
      </dgm:t>
    </dgm:pt>
    <dgm:pt modelId="{F7A6E63B-8E03-47FF-B86F-80CC9C4CAB06}" type="sibTrans" cxnId="{727A4684-4F9D-45B7-8F07-50195C346A27}">
      <dgm:prSet/>
      <dgm:spPr/>
      <dgm:t>
        <a:bodyPr/>
        <a:lstStyle/>
        <a:p>
          <a:endParaRPr lang="en-US"/>
        </a:p>
      </dgm:t>
    </dgm:pt>
    <dgm:pt modelId="{8A832593-D8A1-4E57-B746-E82435FD9B5E}">
      <dgm:prSet phldrT="[Text]"/>
      <dgm:spPr/>
      <dgm:t>
        <a:bodyPr/>
        <a:lstStyle/>
        <a:p>
          <a:r>
            <a:rPr lang="en-US" dirty="0"/>
            <a:t>Candidate selection</a:t>
          </a:r>
        </a:p>
      </dgm:t>
    </dgm:pt>
    <dgm:pt modelId="{2C8B0D64-CA7C-48E9-9090-39E8B75B7AC4}" type="parTrans" cxnId="{D2501BDA-6F1C-4DE2-9EC8-713E7784E689}">
      <dgm:prSet/>
      <dgm:spPr/>
      <dgm:t>
        <a:bodyPr/>
        <a:lstStyle/>
        <a:p>
          <a:endParaRPr lang="en-US"/>
        </a:p>
      </dgm:t>
    </dgm:pt>
    <dgm:pt modelId="{8F11142F-6CB7-4C4B-B36F-33E61957D85B}" type="sibTrans" cxnId="{D2501BDA-6F1C-4DE2-9EC8-713E7784E689}">
      <dgm:prSet/>
      <dgm:spPr/>
      <dgm:t>
        <a:bodyPr/>
        <a:lstStyle/>
        <a:p>
          <a:endParaRPr lang="en-US"/>
        </a:p>
      </dgm:t>
    </dgm:pt>
    <dgm:pt modelId="{BC2A5F3B-E460-490A-9B5F-DF0A9A78BFAD}">
      <dgm:prSet phldrT="[Text]"/>
      <dgm:spPr/>
      <dgm:t>
        <a:bodyPr/>
        <a:lstStyle/>
        <a:p>
          <a:r>
            <a:rPr lang="en-US" dirty="0"/>
            <a:t>Candidate welcoming</a:t>
          </a:r>
        </a:p>
      </dgm:t>
    </dgm:pt>
    <dgm:pt modelId="{92931C26-BDB7-485F-993C-B88A28FE77DD}" type="parTrans" cxnId="{FE4E1881-938D-41BE-A9DC-89818C6BB9BF}">
      <dgm:prSet/>
      <dgm:spPr/>
      <dgm:t>
        <a:bodyPr/>
        <a:lstStyle/>
        <a:p>
          <a:endParaRPr lang="en-US"/>
        </a:p>
      </dgm:t>
    </dgm:pt>
    <dgm:pt modelId="{0CDBC5FD-B46A-4345-A1C2-548FFB26E4B8}" type="sibTrans" cxnId="{FE4E1881-938D-41BE-A9DC-89818C6BB9BF}">
      <dgm:prSet/>
      <dgm:spPr/>
      <dgm:t>
        <a:bodyPr/>
        <a:lstStyle/>
        <a:p>
          <a:endParaRPr lang="en-US"/>
        </a:p>
      </dgm:t>
    </dgm:pt>
    <dgm:pt modelId="{055528A5-3865-4046-9931-9231907E3421}">
      <dgm:prSet phldrT="[Text]"/>
      <dgm:spPr/>
      <dgm:t>
        <a:bodyPr/>
        <a:lstStyle/>
        <a:p>
          <a:r>
            <a:rPr lang="en-US" dirty="0"/>
            <a:t>Presentation of the enterprise</a:t>
          </a:r>
        </a:p>
      </dgm:t>
    </dgm:pt>
    <dgm:pt modelId="{40CD31CD-B071-4AB5-8485-D88524745E2F}" type="parTrans" cxnId="{5BFFA0C2-6039-4A1E-9FB9-1DFBE7DC6D79}">
      <dgm:prSet/>
      <dgm:spPr/>
      <dgm:t>
        <a:bodyPr/>
        <a:lstStyle/>
        <a:p>
          <a:endParaRPr lang="en-US"/>
        </a:p>
      </dgm:t>
    </dgm:pt>
    <dgm:pt modelId="{CFD480A6-887B-4984-A153-9C991275A5B9}" type="sibTrans" cxnId="{5BFFA0C2-6039-4A1E-9FB9-1DFBE7DC6D79}">
      <dgm:prSet/>
      <dgm:spPr/>
      <dgm:t>
        <a:bodyPr/>
        <a:lstStyle/>
        <a:p>
          <a:endParaRPr lang="en-US"/>
        </a:p>
      </dgm:t>
    </dgm:pt>
    <dgm:pt modelId="{185CE4A3-3117-44B5-9331-144F8143AFA9}">
      <dgm:prSet phldrT="[Text]"/>
      <dgm:spPr/>
      <dgm:t>
        <a:bodyPr/>
        <a:lstStyle/>
        <a:p>
          <a:r>
            <a:rPr lang="en-US" dirty="0"/>
            <a:t>Coming together</a:t>
          </a:r>
        </a:p>
      </dgm:t>
    </dgm:pt>
    <dgm:pt modelId="{1CFDDE52-E1A8-45B4-AF16-1F8323B46EFD}" type="parTrans" cxnId="{85E1E5C0-4330-4FC3-AC3D-AF1F4F9870D2}">
      <dgm:prSet/>
      <dgm:spPr/>
      <dgm:t>
        <a:bodyPr/>
        <a:lstStyle/>
        <a:p>
          <a:endParaRPr lang="en-US"/>
        </a:p>
      </dgm:t>
    </dgm:pt>
    <dgm:pt modelId="{4698AD31-0B37-4B31-965F-293503CFE55E}" type="sibTrans" cxnId="{85E1E5C0-4330-4FC3-AC3D-AF1F4F9870D2}">
      <dgm:prSet/>
      <dgm:spPr/>
      <dgm:t>
        <a:bodyPr/>
        <a:lstStyle/>
        <a:p>
          <a:endParaRPr lang="en-US"/>
        </a:p>
      </dgm:t>
    </dgm:pt>
    <dgm:pt modelId="{A1F99649-E5D6-41DF-AE46-AF2963B65BEA}">
      <dgm:prSet phldrT="[Text]"/>
      <dgm:spPr/>
      <dgm:t>
        <a:bodyPr/>
        <a:lstStyle/>
        <a:p>
          <a:r>
            <a:rPr lang="en-US" dirty="0"/>
            <a:t>Team forming</a:t>
          </a:r>
        </a:p>
      </dgm:t>
    </dgm:pt>
    <dgm:pt modelId="{4E2C8706-A246-46CA-B189-70A9E832A77C}" type="parTrans" cxnId="{A8126839-0908-4DC7-8403-8913612B7F64}">
      <dgm:prSet/>
      <dgm:spPr/>
      <dgm:t>
        <a:bodyPr/>
        <a:lstStyle/>
        <a:p>
          <a:endParaRPr lang="en-US"/>
        </a:p>
      </dgm:t>
    </dgm:pt>
    <dgm:pt modelId="{3DF66C22-9714-4EA5-8156-8DB6DFD93457}" type="sibTrans" cxnId="{A8126839-0908-4DC7-8403-8913612B7F64}">
      <dgm:prSet/>
      <dgm:spPr/>
      <dgm:t>
        <a:bodyPr/>
        <a:lstStyle/>
        <a:p>
          <a:endParaRPr lang="en-US"/>
        </a:p>
      </dgm:t>
    </dgm:pt>
    <dgm:pt modelId="{9CEFD4AB-231A-42AF-A7E2-EA9C312B3FA7}">
      <dgm:prSet phldrT="[Text]"/>
      <dgm:spPr/>
      <dgm:t>
        <a:bodyPr/>
        <a:lstStyle/>
        <a:p>
          <a:r>
            <a:rPr lang="en-US" dirty="0"/>
            <a:t>Project description</a:t>
          </a:r>
        </a:p>
      </dgm:t>
    </dgm:pt>
    <dgm:pt modelId="{CAF8E1AB-4A23-4EED-B9F0-7083407DC1CF}" type="parTrans" cxnId="{EA764735-73C9-42BC-9BD0-CFD05ADC3EF6}">
      <dgm:prSet/>
      <dgm:spPr/>
      <dgm:t>
        <a:bodyPr/>
        <a:lstStyle/>
        <a:p>
          <a:endParaRPr lang="en-US"/>
        </a:p>
      </dgm:t>
    </dgm:pt>
    <dgm:pt modelId="{3CDD7C00-B7AC-4E81-B884-B95071749C6C}" type="sibTrans" cxnId="{EA764735-73C9-42BC-9BD0-CFD05ADC3EF6}">
      <dgm:prSet/>
      <dgm:spPr/>
      <dgm:t>
        <a:bodyPr/>
        <a:lstStyle/>
        <a:p>
          <a:endParaRPr lang="en-US"/>
        </a:p>
      </dgm:t>
    </dgm:pt>
    <dgm:pt modelId="{29A98AE4-C15B-4BAE-8D19-A1B8A70065D5}">
      <dgm:prSet phldrT="[Text]"/>
      <dgm:spPr/>
      <dgm:t>
        <a:bodyPr/>
        <a:lstStyle/>
        <a:p>
          <a:r>
            <a:rPr lang="en-US" dirty="0"/>
            <a:t>Project progress step1 review</a:t>
          </a:r>
        </a:p>
      </dgm:t>
    </dgm:pt>
    <dgm:pt modelId="{9353494A-F1EA-4F47-BE98-810D7D6E01C0}" type="parTrans" cxnId="{3E65B8CD-CB6F-4AB1-9ED2-5E614CA51DD3}">
      <dgm:prSet/>
      <dgm:spPr/>
      <dgm:t>
        <a:bodyPr/>
        <a:lstStyle/>
        <a:p>
          <a:endParaRPr lang="en-US"/>
        </a:p>
      </dgm:t>
    </dgm:pt>
    <dgm:pt modelId="{431690E8-7DA2-42CD-B42F-ECD42B6D2076}" type="sibTrans" cxnId="{3E65B8CD-CB6F-4AB1-9ED2-5E614CA51DD3}">
      <dgm:prSet/>
      <dgm:spPr/>
      <dgm:t>
        <a:bodyPr/>
        <a:lstStyle/>
        <a:p>
          <a:endParaRPr lang="en-US"/>
        </a:p>
      </dgm:t>
    </dgm:pt>
    <dgm:pt modelId="{12A39AFA-1473-4942-BA78-8E0D8EEF63D0}">
      <dgm:prSet phldrT="[Text]"/>
      <dgm:spPr/>
      <dgm:t>
        <a:bodyPr/>
        <a:lstStyle/>
        <a:p>
          <a:r>
            <a:rPr lang="en-US" dirty="0"/>
            <a:t>Project progress step2 review</a:t>
          </a:r>
        </a:p>
      </dgm:t>
    </dgm:pt>
    <dgm:pt modelId="{099C7E1C-813C-42D4-AA22-5244AC826677}" type="parTrans" cxnId="{7DBEB914-1BC4-401A-A872-077D10560F9B}">
      <dgm:prSet/>
      <dgm:spPr/>
      <dgm:t>
        <a:bodyPr/>
        <a:lstStyle/>
        <a:p>
          <a:endParaRPr lang="en-US"/>
        </a:p>
      </dgm:t>
    </dgm:pt>
    <dgm:pt modelId="{D8EBF4E3-C2B5-432F-A6AF-E1014E4FFC2D}" type="sibTrans" cxnId="{7DBEB914-1BC4-401A-A872-077D10560F9B}">
      <dgm:prSet/>
      <dgm:spPr/>
      <dgm:t>
        <a:bodyPr/>
        <a:lstStyle/>
        <a:p>
          <a:endParaRPr lang="en-US"/>
        </a:p>
      </dgm:t>
    </dgm:pt>
    <dgm:pt modelId="{E008025C-B53F-4E9B-BDBC-2442B46908D8}">
      <dgm:prSet phldrT="[Text]"/>
      <dgm:spPr/>
      <dgm:t>
        <a:bodyPr/>
        <a:lstStyle/>
        <a:p>
          <a:r>
            <a:rPr lang="en-US" dirty="0"/>
            <a:t>Project finalization</a:t>
          </a:r>
        </a:p>
      </dgm:t>
    </dgm:pt>
    <dgm:pt modelId="{62815751-00BC-41EF-9196-B98A06963DBB}" type="parTrans" cxnId="{A10F2B5C-7DFF-4605-A20D-5051EBCE0D96}">
      <dgm:prSet/>
      <dgm:spPr/>
      <dgm:t>
        <a:bodyPr/>
        <a:lstStyle/>
        <a:p>
          <a:endParaRPr lang="en-US"/>
        </a:p>
      </dgm:t>
    </dgm:pt>
    <dgm:pt modelId="{B6096C4A-6A34-4B07-9BDD-3B3397D9E63E}" type="sibTrans" cxnId="{A10F2B5C-7DFF-4605-A20D-5051EBCE0D96}">
      <dgm:prSet/>
      <dgm:spPr/>
      <dgm:t>
        <a:bodyPr/>
        <a:lstStyle/>
        <a:p>
          <a:endParaRPr lang="en-US"/>
        </a:p>
      </dgm:t>
    </dgm:pt>
    <dgm:pt modelId="{F9C7932E-2D4F-4C20-A067-1BB6D7F92C1A}">
      <dgm:prSet phldrT="[Text]"/>
      <dgm:spPr/>
      <dgm:t>
        <a:bodyPr/>
        <a:lstStyle/>
        <a:p>
          <a:r>
            <a:rPr lang="en-US" dirty="0"/>
            <a:t>Project presentation</a:t>
          </a:r>
        </a:p>
      </dgm:t>
    </dgm:pt>
    <dgm:pt modelId="{D24DED99-5F05-43F5-B1F7-8C57DC7E1C83}" type="parTrans" cxnId="{B0FE4787-E77C-424B-B78F-3F996DDB0B75}">
      <dgm:prSet/>
      <dgm:spPr/>
      <dgm:t>
        <a:bodyPr/>
        <a:lstStyle/>
        <a:p>
          <a:endParaRPr lang="en-US"/>
        </a:p>
      </dgm:t>
    </dgm:pt>
    <dgm:pt modelId="{4F7CF409-C5C7-4D49-9878-4B8D715ADA22}" type="sibTrans" cxnId="{B0FE4787-E77C-424B-B78F-3F996DDB0B75}">
      <dgm:prSet/>
      <dgm:spPr/>
      <dgm:t>
        <a:bodyPr/>
        <a:lstStyle/>
        <a:p>
          <a:endParaRPr lang="en-US"/>
        </a:p>
      </dgm:t>
    </dgm:pt>
    <dgm:pt modelId="{E9B44B22-2855-4FC9-B402-5DE20A66CE2B}">
      <dgm:prSet phldrT="[Text]"/>
      <dgm:spPr/>
      <dgm:t>
        <a:bodyPr/>
        <a:lstStyle/>
        <a:p>
          <a:r>
            <a:rPr lang="en-US" dirty="0"/>
            <a:t>Certifications</a:t>
          </a:r>
        </a:p>
      </dgm:t>
    </dgm:pt>
    <dgm:pt modelId="{DC401F99-7382-48CC-AA2A-A539C5D0DA62}" type="parTrans" cxnId="{9DEC172D-89EB-4F54-9495-C1ECF9DD8192}">
      <dgm:prSet/>
      <dgm:spPr/>
      <dgm:t>
        <a:bodyPr/>
        <a:lstStyle/>
        <a:p>
          <a:endParaRPr lang="en-US"/>
        </a:p>
      </dgm:t>
    </dgm:pt>
    <dgm:pt modelId="{7CE1C23D-076F-4D6F-B562-A53ECBE34567}" type="sibTrans" cxnId="{9DEC172D-89EB-4F54-9495-C1ECF9DD8192}">
      <dgm:prSet/>
      <dgm:spPr/>
      <dgm:t>
        <a:bodyPr/>
        <a:lstStyle/>
        <a:p>
          <a:endParaRPr lang="en-US"/>
        </a:p>
      </dgm:t>
    </dgm:pt>
    <dgm:pt modelId="{E59ADC85-EF11-4309-BF71-AF91218110A0}" type="pres">
      <dgm:prSet presAssocID="{2E3C5F98-9622-44D0-972E-746CF8CD0E65}" presName="Name0" presStyleCnt="0">
        <dgm:presLayoutVars>
          <dgm:dir/>
          <dgm:resizeHandles val="exact"/>
        </dgm:presLayoutVars>
      </dgm:prSet>
      <dgm:spPr/>
    </dgm:pt>
    <dgm:pt modelId="{C9C479D2-8934-45D8-BB20-55A67D3C01FB}" type="pres">
      <dgm:prSet presAssocID="{7F56ED15-BCA8-4537-9AF5-ED2FA68C15D5}" presName="node" presStyleLbl="node1" presStyleIdx="0" presStyleCnt="12">
        <dgm:presLayoutVars>
          <dgm:bulletEnabled val="1"/>
        </dgm:presLayoutVars>
      </dgm:prSet>
      <dgm:spPr/>
    </dgm:pt>
    <dgm:pt modelId="{790B4FD5-86C7-4E65-872A-D0A3DFB40074}" type="pres">
      <dgm:prSet presAssocID="{F7A6E63B-8E03-47FF-B86F-80CC9C4CAB06}" presName="sibTrans" presStyleLbl="sibTrans1D1" presStyleIdx="0" presStyleCnt="11"/>
      <dgm:spPr/>
    </dgm:pt>
    <dgm:pt modelId="{D1A53371-A699-44F1-B9C5-36E3EF2ED7DD}" type="pres">
      <dgm:prSet presAssocID="{F7A6E63B-8E03-47FF-B86F-80CC9C4CAB06}" presName="connectorText" presStyleLbl="sibTrans1D1" presStyleIdx="0" presStyleCnt="11"/>
      <dgm:spPr/>
    </dgm:pt>
    <dgm:pt modelId="{D7B57B90-6F20-4B94-A3A4-2C8CD93C29C5}" type="pres">
      <dgm:prSet presAssocID="{8A832593-D8A1-4E57-B746-E82435FD9B5E}" presName="node" presStyleLbl="node1" presStyleIdx="1" presStyleCnt="12">
        <dgm:presLayoutVars>
          <dgm:bulletEnabled val="1"/>
        </dgm:presLayoutVars>
      </dgm:prSet>
      <dgm:spPr/>
    </dgm:pt>
    <dgm:pt modelId="{A9556302-E8B1-4E8B-BE77-09BC3D1654A3}" type="pres">
      <dgm:prSet presAssocID="{8F11142F-6CB7-4C4B-B36F-33E61957D85B}" presName="sibTrans" presStyleLbl="sibTrans1D1" presStyleIdx="1" presStyleCnt="11"/>
      <dgm:spPr/>
    </dgm:pt>
    <dgm:pt modelId="{BF3B9B00-6D5D-4BDB-B19B-859997AEF6CD}" type="pres">
      <dgm:prSet presAssocID="{8F11142F-6CB7-4C4B-B36F-33E61957D85B}" presName="connectorText" presStyleLbl="sibTrans1D1" presStyleIdx="1" presStyleCnt="11"/>
      <dgm:spPr/>
    </dgm:pt>
    <dgm:pt modelId="{E12B2D52-7D66-4627-B1F1-A8197205C944}" type="pres">
      <dgm:prSet presAssocID="{BC2A5F3B-E460-490A-9B5F-DF0A9A78BFAD}" presName="node" presStyleLbl="node1" presStyleIdx="2" presStyleCnt="12">
        <dgm:presLayoutVars>
          <dgm:bulletEnabled val="1"/>
        </dgm:presLayoutVars>
      </dgm:prSet>
      <dgm:spPr/>
    </dgm:pt>
    <dgm:pt modelId="{C9BB813D-4E00-4D3B-817F-898500A5CB17}" type="pres">
      <dgm:prSet presAssocID="{0CDBC5FD-B46A-4345-A1C2-548FFB26E4B8}" presName="sibTrans" presStyleLbl="sibTrans1D1" presStyleIdx="2" presStyleCnt="11"/>
      <dgm:spPr/>
    </dgm:pt>
    <dgm:pt modelId="{9FF9ABE6-A638-4B4C-92F8-780287BDE11D}" type="pres">
      <dgm:prSet presAssocID="{0CDBC5FD-B46A-4345-A1C2-548FFB26E4B8}" presName="connectorText" presStyleLbl="sibTrans1D1" presStyleIdx="2" presStyleCnt="11"/>
      <dgm:spPr/>
    </dgm:pt>
    <dgm:pt modelId="{4821F71C-E6A4-4865-B2D6-4D397E89EDAB}" type="pres">
      <dgm:prSet presAssocID="{055528A5-3865-4046-9931-9231907E3421}" presName="node" presStyleLbl="node1" presStyleIdx="3" presStyleCnt="12">
        <dgm:presLayoutVars>
          <dgm:bulletEnabled val="1"/>
        </dgm:presLayoutVars>
      </dgm:prSet>
      <dgm:spPr/>
    </dgm:pt>
    <dgm:pt modelId="{85956DAF-68C1-45B1-8729-9A4EA5E93342}" type="pres">
      <dgm:prSet presAssocID="{CFD480A6-887B-4984-A153-9C991275A5B9}" presName="sibTrans" presStyleLbl="sibTrans1D1" presStyleIdx="3" presStyleCnt="11"/>
      <dgm:spPr/>
    </dgm:pt>
    <dgm:pt modelId="{20B7907A-02C4-45DE-9224-C093C317CFB2}" type="pres">
      <dgm:prSet presAssocID="{CFD480A6-887B-4984-A153-9C991275A5B9}" presName="connectorText" presStyleLbl="sibTrans1D1" presStyleIdx="3" presStyleCnt="11"/>
      <dgm:spPr/>
    </dgm:pt>
    <dgm:pt modelId="{E7D2D6E2-26D0-4318-AD74-A51EF6C47B24}" type="pres">
      <dgm:prSet presAssocID="{185CE4A3-3117-44B5-9331-144F8143AFA9}" presName="node" presStyleLbl="node1" presStyleIdx="4" presStyleCnt="12">
        <dgm:presLayoutVars>
          <dgm:bulletEnabled val="1"/>
        </dgm:presLayoutVars>
      </dgm:prSet>
      <dgm:spPr/>
    </dgm:pt>
    <dgm:pt modelId="{D744967C-41F0-43D6-B55A-9E96B9FE83FA}" type="pres">
      <dgm:prSet presAssocID="{4698AD31-0B37-4B31-965F-293503CFE55E}" presName="sibTrans" presStyleLbl="sibTrans1D1" presStyleIdx="4" presStyleCnt="11"/>
      <dgm:spPr/>
    </dgm:pt>
    <dgm:pt modelId="{3AF2EEB3-0F55-4E51-A949-621CACEB9036}" type="pres">
      <dgm:prSet presAssocID="{4698AD31-0B37-4B31-965F-293503CFE55E}" presName="connectorText" presStyleLbl="sibTrans1D1" presStyleIdx="4" presStyleCnt="11"/>
      <dgm:spPr/>
    </dgm:pt>
    <dgm:pt modelId="{D423549B-6DBE-4177-A32C-02B1BE5F6C8A}" type="pres">
      <dgm:prSet presAssocID="{A1F99649-E5D6-41DF-AE46-AF2963B65BEA}" presName="node" presStyleLbl="node1" presStyleIdx="5" presStyleCnt="12">
        <dgm:presLayoutVars>
          <dgm:bulletEnabled val="1"/>
        </dgm:presLayoutVars>
      </dgm:prSet>
      <dgm:spPr/>
    </dgm:pt>
    <dgm:pt modelId="{78337B0A-5D2C-4CC0-A2A0-3780FAD8665B}" type="pres">
      <dgm:prSet presAssocID="{3DF66C22-9714-4EA5-8156-8DB6DFD93457}" presName="sibTrans" presStyleLbl="sibTrans1D1" presStyleIdx="5" presStyleCnt="11"/>
      <dgm:spPr/>
    </dgm:pt>
    <dgm:pt modelId="{E13145D6-0BE2-4423-9429-9DC916D1BEB2}" type="pres">
      <dgm:prSet presAssocID="{3DF66C22-9714-4EA5-8156-8DB6DFD93457}" presName="connectorText" presStyleLbl="sibTrans1D1" presStyleIdx="5" presStyleCnt="11"/>
      <dgm:spPr/>
    </dgm:pt>
    <dgm:pt modelId="{B4EC1207-83C5-42A4-A571-C46769F8EF64}" type="pres">
      <dgm:prSet presAssocID="{9CEFD4AB-231A-42AF-A7E2-EA9C312B3FA7}" presName="node" presStyleLbl="node1" presStyleIdx="6" presStyleCnt="12">
        <dgm:presLayoutVars>
          <dgm:bulletEnabled val="1"/>
        </dgm:presLayoutVars>
      </dgm:prSet>
      <dgm:spPr/>
    </dgm:pt>
    <dgm:pt modelId="{73AC27D0-F694-40BF-BDAF-FF2DA1575A6D}" type="pres">
      <dgm:prSet presAssocID="{3CDD7C00-B7AC-4E81-B884-B95071749C6C}" presName="sibTrans" presStyleLbl="sibTrans1D1" presStyleIdx="6" presStyleCnt="11"/>
      <dgm:spPr/>
    </dgm:pt>
    <dgm:pt modelId="{DBA51431-31F3-47AA-8959-E1A96DE2DD6F}" type="pres">
      <dgm:prSet presAssocID="{3CDD7C00-B7AC-4E81-B884-B95071749C6C}" presName="connectorText" presStyleLbl="sibTrans1D1" presStyleIdx="6" presStyleCnt="11"/>
      <dgm:spPr/>
    </dgm:pt>
    <dgm:pt modelId="{91116A3A-7293-4EFE-B2FD-01DA344854EC}" type="pres">
      <dgm:prSet presAssocID="{29A98AE4-C15B-4BAE-8D19-A1B8A70065D5}" presName="node" presStyleLbl="node1" presStyleIdx="7" presStyleCnt="12">
        <dgm:presLayoutVars>
          <dgm:bulletEnabled val="1"/>
        </dgm:presLayoutVars>
      </dgm:prSet>
      <dgm:spPr/>
    </dgm:pt>
    <dgm:pt modelId="{DE305013-9097-4237-98C6-DDF12F68F1EA}" type="pres">
      <dgm:prSet presAssocID="{431690E8-7DA2-42CD-B42F-ECD42B6D2076}" presName="sibTrans" presStyleLbl="sibTrans1D1" presStyleIdx="7" presStyleCnt="11"/>
      <dgm:spPr/>
    </dgm:pt>
    <dgm:pt modelId="{7BCF5A91-02DE-4DB7-8D98-45F1D32058D6}" type="pres">
      <dgm:prSet presAssocID="{431690E8-7DA2-42CD-B42F-ECD42B6D2076}" presName="connectorText" presStyleLbl="sibTrans1D1" presStyleIdx="7" presStyleCnt="11"/>
      <dgm:spPr/>
    </dgm:pt>
    <dgm:pt modelId="{779933A5-2015-4A7D-B5CC-4C26CCFEEBBA}" type="pres">
      <dgm:prSet presAssocID="{12A39AFA-1473-4942-BA78-8E0D8EEF63D0}" presName="node" presStyleLbl="node1" presStyleIdx="8" presStyleCnt="12">
        <dgm:presLayoutVars>
          <dgm:bulletEnabled val="1"/>
        </dgm:presLayoutVars>
      </dgm:prSet>
      <dgm:spPr/>
    </dgm:pt>
    <dgm:pt modelId="{4BCE1269-D4BB-4BFF-AC6B-CB37C6D22BC3}" type="pres">
      <dgm:prSet presAssocID="{D8EBF4E3-C2B5-432F-A6AF-E1014E4FFC2D}" presName="sibTrans" presStyleLbl="sibTrans1D1" presStyleIdx="8" presStyleCnt="11"/>
      <dgm:spPr/>
    </dgm:pt>
    <dgm:pt modelId="{24510396-48D4-4C4A-9016-697D3B8E1EB2}" type="pres">
      <dgm:prSet presAssocID="{D8EBF4E3-C2B5-432F-A6AF-E1014E4FFC2D}" presName="connectorText" presStyleLbl="sibTrans1D1" presStyleIdx="8" presStyleCnt="11"/>
      <dgm:spPr/>
    </dgm:pt>
    <dgm:pt modelId="{57F3FC6D-1399-41FF-BFBC-803E5AF3EC21}" type="pres">
      <dgm:prSet presAssocID="{E008025C-B53F-4E9B-BDBC-2442B46908D8}" presName="node" presStyleLbl="node1" presStyleIdx="9" presStyleCnt="12">
        <dgm:presLayoutVars>
          <dgm:bulletEnabled val="1"/>
        </dgm:presLayoutVars>
      </dgm:prSet>
      <dgm:spPr/>
    </dgm:pt>
    <dgm:pt modelId="{07BD4495-CCA7-4D55-9E11-BA069E13B4F7}" type="pres">
      <dgm:prSet presAssocID="{B6096C4A-6A34-4B07-9BDD-3B3397D9E63E}" presName="sibTrans" presStyleLbl="sibTrans1D1" presStyleIdx="9" presStyleCnt="11"/>
      <dgm:spPr/>
    </dgm:pt>
    <dgm:pt modelId="{20C0E29C-033E-4B67-A2CF-47386BE8F58A}" type="pres">
      <dgm:prSet presAssocID="{B6096C4A-6A34-4B07-9BDD-3B3397D9E63E}" presName="connectorText" presStyleLbl="sibTrans1D1" presStyleIdx="9" presStyleCnt="11"/>
      <dgm:spPr/>
    </dgm:pt>
    <dgm:pt modelId="{561F02AA-6EA1-4EDD-8B87-F226431351FA}" type="pres">
      <dgm:prSet presAssocID="{F9C7932E-2D4F-4C20-A067-1BB6D7F92C1A}" presName="node" presStyleLbl="node1" presStyleIdx="10" presStyleCnt="12">
        <dgm:presLayoutVars>
          <dgm:bulletEnabled val="1"/>
        </dgm:presLayoutVars>
      </dgm:prSet>
      <dgm:spPr/>
    </dgm:pt>
    <dgm:pt modelId="{B58D38DB-75DF-47F8-86E4-FBD203AE85B5}" type="pres">
      <dgm:prSet presAssocID="{4F7CF409-C5C7-4D49-9878-4B8D715ADA22}" presName="sibTrans" presStyleLbl="sibTrans1D1" presStyleIdx="10" presStyleCnt="11"/>
      <dgm:spPr/>
    </dgm:pt>
    <dgm:pt modelId="{95ADD358-2CDD-4452-95E4-8F315B12E6E2}" type="pres">
      <dgm:prSet presAssocID="{4F7CF409-C5C7-4D49-9878-4B8D715ADA22}" presName="connectorText" presStyleLbl="sibTrans1D1" presStyleIdx="10" presStyleCnt="11"/>
      <dgm:spPr/>
    </dgm:pt>
    <dgm:pt modelId="{B8B1AA1D-8335-407F-9F7D-239517F4F97D}" type="pres">
      <dgm:prSet presAssocID="{E9B44B22-2855-4FC9-B402-5DE20A66CE2B}" presName="node" presStyleLbl="node1" presStyleIdx="11" presStyleCnt="12">
        <dgm:presLayoutVars>
          <dgm:bulletEnabled val="1"/>
        </dgm:presLayoutVars>
      </dgm:prSet>
      <dgm:spPr/>
    </dgm:pt>
  </dgm:ptLst>
  <dgm:cxnLst>
    <dgm:cxn modelId="{C5438D13-829A-4A66-B06D-AE6ABC7CEBB6}" type="presOf" srcId="{CFD480A6-887B-4984-A153-9C991275A5B9}" destId="{85956DAF-68C1-45B1-8729-9A4EA5E93342}" srcOrd="0" destOrd="0" presId="urn:microsoft.com/office/officeart/2005/8/layout/bProcess3"/>
    <dgm:cxn modelId="{73D9DB13-0523-4C5E-A2F8-E2186C5B4787}" type="presOf" srcId="{2E3C5F98-9622-44D0-972E-746CF8CD0E65}" destId="{E59ADC85-EF11-4309-BF71-AF91218110A0}" srcOrd="0" destOrd="0" presId="urn:microsoft.com/office/officeart/2005/8/layout/bProcess3"/>
    <dgm:cxn modelId="{7DBEB914-1BC4-401A-A872-077D10560F9B}" srcId="{2E3C5F98-9622-44D0-972E-746CF8CD0E65}" destId="{12A39AFA-1473-4942-BA78-8E0D8EEF63D0}" srcOrd="8" destOrd="0" parTransId="{099C7E1C-813C-42D4-AA22-5244AC826677}" sibTransId="{D8EBF4E3-C2B5-432F-A6AF-E1014E4FFC2D}"/>
    <dgm:cxn modelId="{7D1E7718-6ACB-4AC8-9812-7FB0C8939AF2}" type="presOf" srcId="{3DF66C22-9714-4EA5-8156-8DB6DFD93457}" destId="{E13145D6-0BE2-4423-9429-9DC916D1BEB2}" srcOrd="1" destOrd="0" presId="urn:microsoft.com/office/officeart/2005/8/layout/bProcess3"/>
    <dgm:cxn modelId="{2FB4701A-E68F-4E33-8DFD-0BFD69A1D56F}" type="presOf" srcId="{055528A5-3865-4046-9931-9231907E3421}" destId="{4821F71C-E6A4-4865-B2D6-4D397E89EDAB}" srcOrd="0" destOrd="0" presId="urn:microsoft.com/office/officeart/2005/8/layout/bProcess3"/>
    <dgm:cxn modelId="{DABB2F1F-0383-43CE-AB94-3CA869FB40A4}" type="presOf" srcId="{4F7CF409-C5C7-4D49-9878-4B8D715ADA22}" destId="{95ADD358-2CDD-4452-95E4-8F315B12E6E2}" srcOrd="1" destOrd="0" presId="urn:microsoft.com/office/officeart/2005/8/layout/bProcess3"/>
    <dgm:cxn modelId="{A170341F-D8A4-4FC6-80EF-1BA292E1EBAD}" type="presOf" srcId="{E008025C-B53F-4E9B-BDBC-2442B46908D8}" destId="{57F3FC6D-1399-41FF-BFBC-803E5AF3EC21}" srcOrd="0" destOrd="0" presId="urn:microsoft.com/office/officeart/2005/8/layout/bProcess3"/>
    <dgm:cxn modelId="{73E00E24-5CF7-4B70-9CCA-215A2483D269}" type="presOf" srcId="{12A39AFA-1473-4942-BA78-8E0D8EEF63D0}" destId="{779933A5-2015-4A7D-B5CC-4C26CCFEEBBA}" srcOrd="0" destOrd="0" presId="urn:microsoft.com/office/officeart/2005/8/layout/bProcess3"/>
    <dgm:cxn modelId="{FF590D28-1149-4951-8FF0-C8A16E240805}" type="presOf" srcId="{BC2A5F3B-E460-490A-9B5F-DF0A9A78BFAD}" destId="{E12B2D52-7D66-4627-B1F1-A8197205C944}" srcOrd="0" destOrd="0" presId="urn:microsoft.com/office/officeart/2005/8/layout/bProcess3"/>
    <dgm:cxn modelId="{9DEC172D-89EB-4F54-9495-C1ECF9DD8192}" srcId="{2E3C5F98-9622-44D0-972E-746CF8CD0E65}" destId="{E9B44B22-2855-4FC9-B402-5DE20A66CE2B}" srcOrd="11" destOrd="0" parTransId="{DC401F99-7382-48CC-AA2A-A539C5D0DA62}" sibTransId="{7CE1C23D-076F-4D6F-B562-A53ECBE34567}"/>
    <dgm:cxn modelId="{EA764735-73C9-42BC-9BD0-CFD05ADC3EF6}" srcId="{2E3C5F98-9622-44D0-972E-746CF8CD0E65}" destId="{9CEFD4AB-231A-42AF-A7E2-EA9C312B3FA7}" srcOrd="6" destOrd="0" parTransId="{CAF8E1AB-4A23-4EED-B9F0-7083407DC1CF}" sibTransId="{3CDD7C00-B7AC-4E81-B884-B95071749C6C}"/>
    <dgm:cxn modelId="{6CC76835-6D80-477C-8B90-CECF081BDDF4}" type="presOf" srcId="{F7A6E63B-8E03-47FF-B86F-80CC9C4CAB06}" destId="{790B4FD5-86C7-4E65-872A-D0A3DFB40074}" srcOrd="0" destOrd="0" presId="urn:microsoft.com/office/officeart/2005/8/layout/bProcess3"/>
    <dgm:cxn modelId="{20A33038-DA2B-4FE5-BB59-EA03E30F5873}" type="presOf" srcId="{F7A6E63B-8E03-47FF-B86F-80CC9C4CAB06}" destId="{D1A53371-A699-44F1-B9C5-36E3EF2ED7DD}" srcOrd="1" destOrd="0" presId="urn:microsoft.com/office/officeart/2005/8/layout/bProcess3"/>
    <dgm:cxn modelId="{C2E93638-45D9-4E1A-AC69-613ABBA433A1}" type="presOf" srcId="{3CDD7C00-B7AC-4E81-B884-B95071749C6C}" destId="{DBA51431-31F3-47AA-8959-E1A96DE2DD6F}" srcOrd="1" destOrd="0" presId="urn:microsoft.com/office/officeart/2005/8/layout/bProcess3"/>
    <dgm:cxn modelId="{49961739-9E28-4BFC-B0AB-7010D382C32B}" type="presOf" srcId="{CFD480A6-887B-4984-A153-9C991275A5B9}" destId="{20B7907A-02C4-45DE-9224-C093C317CFB2}" srcOrd="1" destOrd="0" presId="urn:microsoft.com/office/officeart/2005/8/layout/bProcess3"/>
    <dgm:cxn modelId="{A8126839-0908-4DC7-8403-8913612B7F64}" srcId="{2E3C5F98-9622-44D0-972E-746CF8CD0E65}" destId="{A1F99649-E5D6-41DF-AE46-AF2963B65BEA}" srcOrd="5" destOrd="0" parTransId="{4E2C8706-A246-46CA-B189-70A9E832A77C}" sibTransId="{3DF66C22-9714-4EA5-8156-8DB6DFD93457}"/>
    <dgm:cxn modelId="{45BDD639-4A3F-4BE5-A23C-58782C2521B1}" type="presOf" srcId="{B6096C4A-6A34-4B07-9BDD-3B3397D9E63E}" destId="{07BD4495-CCA7-4D55-9E11-BA069E13B4F7}" srcOrd="0" destOrd="0" presId="urn:microsoft.com/office/officeart/2005/8/layout/bProcess3"/>
    <dgm:cxn modelId="{43F78B5B-3C15-43E4-BFDE-B44DB85F085D}" type="presOf" srcId="{9CEFD4AB-231A-42AF-A7E2-EA9C312B3FA7}" destId="{B4EC1207-83C5-42A4-A571-C46769F8EF64}" srcOrd="0" destOrd="0" presId="urn:microsoft.com/office/officeart/2005/8/layout/bProcess3"/>
    <dgm:cxn modelId="{A10F2B5C-7DFF-4605-A20D-5051EBCE0D96}" srcId="{2E3C5F98-9622-44D0-972E-746CF8CD0E65}" destId="{E008025C-B53F-4E9B-BDBC-2442B46908D8}" srcOrd="9" destOrd="0" parTransId="{62815751-00BC-41EF-9196-B98A06963DBB}" sibTransId="{B6096C4A-6A34-4B07-9BDD-3B3397D9E63E}"/>
    <dgm:cxn modelId="{20A5235E-3CCF-402D-8351-D15F3293C91B}" type="presOf" srcId="{431690E8-7DA2-42CD-B42F-ECD42B6D2076}" destId="{7BCF5A91-02DE-4DB7-8D98-45F1D32058D6}" srcOrd="1" destOrd="0" presId="urn:microsoft.com/office/officeart/2005/8/layout/bProcess3"/>
    <dgm:cxn modelId="{128BA35F-3D13-4662-9FEC-D2215D1A5475}" type="presOf" srcId="{4698AD31-0B37-4B31-965F-293503CFE55E}" destId="{D744967C-41F0-43D6-B55A-9E96B9FE83FA}" srcOrd="0" destOrd="0" presId="urn:microsoft.com/office/officeart/2005/8/layout/bProcess3"/>
    <dgm:cxn modelId="{1CD86D43-8B0F-495C-9385-0A9060CEED01}" type="presOf" srcId="{185CE4A3-3117-44B5-9331-144F8143AFA9}" destId="{E7D2D6E2-26D0-4318-AD74-A51EF6C47B24}" srcOrd="0" destOrd="0" presId="urn:microsoft.com/office/officeart/2005/8/layout/bProcess3"/>
    <dgm:cxn modelId="{6F77A666-B9F7-4DBD-896E-3141CA235FA2}" type="presOf" srcId="{B6096C4A-6A34-4B07-9BDD-3B3397D9E63E}" destId="{20C0E29C-033E-4B67-A2CF-47386BE8F58A}" srcOrd="1" destOrd="0" presId="urn:microsoft.com/office/officeart/2005/8/layout/bProcess3"/>
    <dgm:cxn modelId="{17746A6D-003C-4BA2-9035-7E2C92EC3D9E}" type="presOf" srcId="{D8EBF4E3-C2B5-432F-A6AF-E1014E4FFC2D}" destId="{4BCE1269-D4BB-4BFF-AC6B-CB37C6D22BC3}" srcOrd="0" destOrd="0" presId="urn:microsoft.com/office/officeart/2005/8/layout/bProcess3"/>
    <dgm:cxn modelId="{E2FDC956-E4A6-4669-8705-37E8A5A7C591}" type="presOf" srcId="{3DF66C22-9714-4EA5-8156-8DB6DFD93457}" destId="{78337B0A-5D2C-4CC0-A2A0-3780FAD8665B}" srcOrd="0" destOrd="0" presId="urn:microsoft.com/office/officeart/2005/8/layout/bProcess3"/>
    <dgm:cxn modelId="{2D4C067A-8F03-4EF6-B492-CBF1039FBF37}" type="presOf" srcId="{431690E8-7DA2-42CD-B42F-ECD42B6D2076}" destId="{DE305013-9097-4237-98C6-DDF12F68F1EA}" srcOrd="0" destOrd="0" presId="urn:microsoft.com/office/officeart/2005/8/layout/bProcess3"/>
    <dgm:cxn modelId="{C81CE07E-1579-45E8-BF0E-E16FE80B003F}" type="presOf" srcId="{F9C7932E-2D4F-4C20-A067-1BB6D7F92C1A}" destId="{561F02AA-6EA1-4EDD-8B87-F226431351FA}" srcOrd="0" destOrd="0" presId="urn:microsoft.com/office/officeart/2005/8/layout/bProcess3"/>
    <dgm:cxn modelId="{FE4E1881-938D-41BE-A9DC-89818C6BB9BF}" srcId="{2E3C5F98-9622-44D0-972E-746CF8CD0E65}" destId="{BC2A5F3B-E460-490A-9B5F-DF0A9A78BFAD}" srcOrd="2" destOrd="0" parTransId="{92931C26-BDB7-485F-993C-B88A28FE77DD}" sibTransId="{0CDBC5FD-B46A-4345-A1C2-548FFB26E4B8}"/>
    <dgm:cxn modelId="{CCD65E84-50B6-4018-8630-9CC2617851CC}" type="presOf" srcId="{0CDBC5FD-B46A-4345-A1C2-548FFB26E4B8}" destId="{C9BB813D-4E00-4D3B-817F-898500A5CB17}" srcOrd="0" destOrd="0" presId="urn:microsoft.com/office/officeart/2005/8/layout/bProcess3"/>
    <dgm:cxn modelId="{727A4684-4F9D-45B7-8F07-50195C346A27}" srcId="{2E3C5F98-9622-44D0-972E-746CF8CD0E65}" destId="{7F56ED15-BCA8-4537-9AF5-ED2FA68C15D5}" srcOrd="0" destOrd="0" parTransId="{5B794ECE-3476-4C25-A0AD-09FC602111E6}" sibTransId="{F7A6E63B-8E03-47FF-B86F-80CC9C4CAB06}"/>
    <dgm:cxn modelId="{B0FE4787-E77C-424B-B78F-3F996DDB0B75}" srcId="{2E3C5F98-9622-44D0-972E-746CF8CD0E65}" destId="{F9C7932E-2D4F-4C20-A067-1BB6D7F92C1A}" srcOrd="10" destOrd="0" parTransId="{D24DED99-5F05-43F5-B1F7-8C57DC7E1C83}" sibTransId="{4F7CF409-C5C7-4D49-9878-4B8D715ADA22}"/>
    <dgm:cxn modelId="{42A33C91-9552-416D-B26B-82DB81B0B4CB}" type="presOf" srcId="{0CDBC5FD-B46A-4345-A1C2-548FFB26E4B8}" destId="{9FF9ABE6-A638-4B4C-92F8-780287BDE11D}" srcOrd="1" destOrd="0" presId="urn:microsoft.com/office/officeart/2005/8/layout/bProcess3"/>
    <dgm:cxn modelId="{01DAE393-A057-46A4-9A8B-8B8CF3528DCC}" type="presOf" srcId="{3CDD7C00-B7AC-4E81-B884-B95071749C6C}" destId="{73AC27D0-F694-40BF-BDAF-FF2DA1575A6D}" srcOrd="0" destOrd="0" presId="urn:microsoft.com/office/officeart/2005/8/layout/bProcess3"/>
    <dgm:cxn modelId="{49B38EAF-BEE7-409F-A6F0-F39E6D45B0E8}" type="presOf" srcId="{A1F99649-E5D6-41DF-AE46-AF2963B65BEA}" destId="{D423549B-6DBE-4177-A32C-02B1BE5F6C8A}" srcOrd="0" destOrd="0" presId="urn:microsoft.com/office/officeart/2005/8/layout/bProcess3"/>
    <dgm:cxn modelId="{E15F00B0-5FB4-467A-9BDC-5E16423379BA}" type="presOf" srcId="{7F56ED15-BCA8-4537-9AF5-ED2FA68C15D5}" destId="{C9C479D2-8934-45D8-BB20-55A67D3C01FB}" srcOrd="0" destOrd="0" presId="urn:microsoft.com/office/officeart/2005/8/layout/bProcess3"/>
    <dgm:cxn modelId="{85E1E5C0-4330-4FC3-AC3D-AF1F4F9870D2}" srcId="{2E3C5F98-9622-44D0-972E-746CF8CD0E65}" destId="{185CE4A3-3117-44B5-9331-144F8143AFA9}" srcOrd="4" destOrd="0" parTransId="{1CFDDE52-E1A8-45B4-AF16-1F8323B46EFD}" sibTransId="{4698AD31-0B37-4B31-965F-293503CFE55E}"/>
    <dgm:cxn modelId="{D69019C2-9165-47C8-B289-D3ACD07C81F9}" type="presOf" srcId="{4698AD31-0B37-4B31-965F-293503CFE55E}" destId="{3AF2EEB3-0F55-4E51-A949-621CACEB9036}" srcOrd="1" destOrd="0" presId="urn:microsoft.com/office/officeart/2005/8/layout/bProcess3"/>
    <dgm:cxn modelId="{5BFFA0C2-6039-4A1E-9FB9-1DFBE7DC6D79}" srcId="{2E3C5F98-9622-44D0-972E-746CF8CD0E65}" destId="{055528A5-3865-4046-9931-9231907E3421}" srcOrd="3" destOrd="0" parTransId="{40CD31CD-B071-4AB5-8485-D88524745E2F}" sibTransId="{CFD480A6-887B-4984-A153-9C991275A5B9}"/>
    <dgm:cxn modelId="{9F430EC8-7570-475E-ACB1-5EA63D307FAB}" type="presOf" srcId="{D8EBF4E3-C2B5-432F-A6AF-E1014E4FFC2D}" destId="{24510396-48D4-4C4A-9016-697D3B8E1EB2}" srcOrd="1" destOrd="0" presId="urn:microsoft.com/office/officeart/2005/8/layout/bProcess3"/>
    <dgm:cxn modelId="{BAE8F9CA-75A4-4387-95A0-C4EF16994776}" type="presOf" srcId="{E9B44B22-2855-4FC9-B402-5DE20A66CE2B}" destId="{B8B1AA1D-8335-407F-9F7D-239517F4F97D}" srcOrd="0" destOrd="0" presId="urn:microsoft.com/office/officeart/2005/8/layout/bProcess3"/>
    <dgm:cxn modelId="{3E65B8CD-CB6F-4AB1-9ED2-5E614CA51DD3}" srcId="{2E3C5F98-9622-44D0-972E-746CF8CD0E65}" destId="{29A98AE4-C15B-4BAE-8D19-A1B8A70065D5}" srcOrd="7" destOrd="0" parTransId="{9353494A-F1EA-4F47-BE98-810D7D6E01C0}" sibTransId="{431690E8-7DA2-42CD-B42F-ECD42B6D2076}"/>
    <dgm:cxn modelId="{FD59C4D0-44A8-40CF-B69E-AFBBDA65DA26}" type="presOf" srcId="{8A832593-D8A1-4E57-B746-E82435FD9B5E}" destId="{D7B57B90-6F20-4B94-A3A4-2C8CD93C29C5}" srcOrd="0" destOrd="0" presId="urn:microsoft.com/office/officeart/2005/8/layout/bProcess3"/>
    <dgm:cxn modelId="{BBBC9AD9-E062-4D76-B9CE-6B9B855B8D09}" type="presOf" srcId="{8F11142F-6CB7-4C4B-B36F-33E61957D85B}" destId="{BF3B9B00-6D5D-4BDB-B19B-859997AEF6CD}" srcOrd="1" destOrd="0" presId="urn:microsoft.com/office/officeart/2005/8/layout/bProcess3"/>
    <dgm:cxn modelId="{D2501BDA-6F1C-4DE2-9EC8-713E7784E689}" srcId="{2E3C5F98-9622-44D0-972E-746CF8CD0E65}" destId="{8A832593-D8A1-4E57-B746-E82435FD9B5E}" srcOrd="1" destOrd="0" parTransId="{2C8B0D64-CA7C-48E9-9090-39E8B75B7AC4}" sibTransId="{8F11142F-6CB7-4C4B-B36F-33E61957D85B}"/>
    <dgm:cxn modelId="{4C7C52E1-2B09-47D4-9C69-A8C051B40BDD}" type="presOf" srcId="{29A98AE4-C15B-4BAE-8D19-A1B8A70065D5}" destId="{91116A3A-7293-4EFE-B2FD-01DA344854EC}" srcOrd="0" destOrd="0" presId="urn:microsoft.com/office/officeart/2005/8/layout/bProcess3"/>
    <dgm:cxn modelId="{51ECA8F1-D254-4D06-BB8A-1C1C9AEAB807}" type="presOf" srcId="{4F7CF409-C5C7-4D49-9878-4B8D715ADA22}" destId="{B58D38DB-75DF-47F8-86E4-FBD203AE85B5}" srcOrd="0" destOrd="0" presId="urn:microsoft.com/office/officeart/2005/8/layout/bProcess3"/>
    <dgm:cxn modelId="{7B6310FF-8282-4594-8630-2D788A691CF7}" type="presOf" srcId="{8F11142F-6CB7-4C4B-B36F-33E61957D85B}" destId="{A9556302-E8B1-4E8B-BE77-09BC3D1654A3}" srcOrd="0" destOrd="0" presId="urn:microsoft.com/office/officeart/2005/8/layout/bProcess3"/>
    <dgm:cxn modelId="{05FA96B6-67C5-4E99-9DD3-3F670BEF6AE4}" type="presParOf" srcId="{E59ADC85-EF11-4309-BF71-AF91218110A0}" destId="{C9C479D2-8934-45D8-BB20-55A67D3C01FB}" srcOrd="0" destOrd="0" presId="urn:microsoft.com/office/officeart/2005/8/layout/bProcess3"/>
    <dgm:cxn modelId="{611A2D6D-5DE9-4369-A88F-A34697F325D8}" type="presParOf" srcId="{E59ADC85-EF11-4309-BF71-AF91218110A0}" destId="{790B4FD5-86C7-4E65-872A-D0A3DFB40074}" srcOrd="1" destOrd="0" presId="urn:microsoft.com/office/officeart/2005/8/layout/bProcess3"/>
    <dgm:cxn modelId="{C60F62AC-2637-48ED-B318-204CC73A8649}" type="presParOf" srcId="{790B4FD5-86C7-4E65-872A-D0A3DFB40074}" destId="{D1A53371-A699-44F1-B9C5-36E3EF2ED7DD}" srcOrd="0" destOrd="0" presId="urn:microsoft.com/office/officeart/2005/8/layout/bProcess3"/>
    <dgm:cxn modelId="{502DA698-5C06-480F-95DD-A5F1DFFC596F}" type="presParOf" srcId="{E59ADC85-EF11-4309-BF71-AF91218110A0}" destId="{D7B57B90-6F20-4B94-A3A4-2C8CD93C29C5}" srcOrd="2" destOrd="0" presId="urn:microsoft.com/office/officeart/2005/8/layout/bProcess3"/>
    <dgm:cxn modelId="{6F57E804-3EB0-4929-B010-2B9D14251F96}" type="presParOf" srcId="{E59ADC85-EF11-4309-BF71-AF91218110A0}" destId="{A9556302-E8B1-4E8B-BE77-09BC3D1654A3}" srcOrd="3" destOrd="0" presId="urn:microsoft.com/office/officeart/2005/8/layout/bProcess3"/>
    <dgm:cxn modelId="{60AB3EAE-3FBE-458C-B978-E75A365EA505}" type="presParOf" srcId="{A9556302-E8B1-4E8B-BE77-09BC3D1654A3}" destId="{BF3B9B00-6D5D-4BDB-B19B-859997AEF6CD}" srcOrd="0" destOrd="0" presId="urn:microsoft.com/office/officeart/2005/8/layout/bProcess3"/>
    <dgm:cxn modelId="{9FDC0D21-3D62-428B-B2FC-161D7270FC95}" type="presParOf" srcId="{E59ADC85-EF11-4309-BF71-AF91218110A0}" destId="{E12B2D52-7D66-4627-B1F1-A8197205C944}" srcOrd="4" destOrd="0" presId="urn:microsoft.com/office/officeart/2005/8/layout/bProcess3"/>
    <dgm:cxn modelId="{7E4DDA2B-37B9-48DC-B311-2E1293A525FA}" type="presParOf" srcId="{E59ADC85-EF11-4309-BF71-AF91218110A0}" destId="{C9BB813D-4E00-4D3B-817F-898500A5CB17}" srcOrd="5" destOrd="0" presId="urn:microsoft.com/office/officeart/2005/8/layout/bProcess3"/>
    <dgm:cxn modelId="{2143E499-B826-40F8-8737-381D3C2AE59E}" type="presParOf" srcId="{C9BB813D-4E00-4D3B-817F-898500A5CB17}" destId="{9FF9ABE6-A638-4B4C-92F8-780287BDE11D}" srcOrd="0" destOrd="0" presId="urn:microsoft.com/office/officeart/2005/8/layout/bProcess3"/>
    <dgm:cxn modelId="{A150D2A4-B84A-4A4D-A2E3-07F2F35E2079}" type="presParOf" srcId="{E59ADC85-EF11-4309-BF71-AF91218110A0}" destId="{4821F71C-E6A4-4865-B2D6-4D397E89EDAB}" srcOrd="6" destOrd="0" presId="urn:microsoft.com/office/officeart/2005/8/layout/bProcess3"/>
    <dgm:cxn modelId="{CA374CFD-1A25-4CFD-AACE-8159FC1CEB28}" type="presParOf" srcId="{E59ADC85-EF11-4309-BF71-AF91218110A0}" destId="{85956DAF-68C1-45B1-8729-9A4EA5E93342}" srcOrd="7" destOrd="0" presId="urn:microsoft.com/office/officeart/2005/8/layout/bProcess3"/>
    <dgm:cxn modelId="{6DE90E2F-C629-4AD9-BC64-E1E0F0B688E2}" type="presParOf" srcId="{85956DAF-68C1-45B1-8729-9A4EA5E93342}" destId="{20B7907A-02C4-45DE-9224-C093C317CFB2}" srcOrd="0" destOrd="0" presId="urn:microsoft.com/office/officeart/2005/8/layout/bProcess3"/>
    <dgm:cxn modelId="{F5DF93C2-EBB7-4D7B-955A-CAB9A9D1D148}" type="presParOf" srcId="{E59ADC85-EF11-4309-BF71-AF91218110A0}" destId="{E7D2D6E2-26D0-4318-AD74-A51EF6C47B24}" srcOrd="8" destOrd="0" presId="urn:microsoft.com/office/officeart/2005/8/layout/bProcess3"/>
    <dgm:cxn modelId="{4376248E-2A62-4311-A4D4-7BF68F6999E8}" type="presParOf" srcId="{E59ADC85-EF11-4309-BF71-AF91218110A0}" destId="{D744967C-41F0-43D6-B55A-9E96B9FE83FA}" srcOrd="9" destOrd="0" presId="urn:microsoft.com/office/officeart/2005/8/layout/bProcess3"/>
    <dgm:cxn modelId="{706A9AFF-AD29-41AD-96B3-82CC96300B8E}" type="presParOf" srcId="{D744967C-41F0-43D6-B55A-9E96B9FE83FA}" destId="{3AF2EEB3-0F55-4E51-A949-621CACEB9036}" srcOrd="0" destOrd="0" presId="urn:microsoft.com/office/officeart/2005/8/layout/bProcess3"/>
    <dgm:cxn modelId="{B302034B-9C7F-4782-855B-B73F1C52FA0F}" type="presParOf" srcId="{E59ADC85-EF11-4309-BF71-AF91218110A0}" destId="{D423549B-6DBE-4177-A32C-02B1BE5F6C8A}" srcOrd="10" destOrd="0" presId="urn:microsoft.com/office/officeart/2005/8/layout/bProcess3"/>
    <dgm:cxn modelId="{E99EF89A-ED59-46F0-BF58-D3FFC809210D}" type="presParOf" srcId="{E59ADC85-EF11-4309-BF71-AF91218110A0}" destId="{78337B0A-5D2C-4CC0-A2A0-3780FAD8665B}" srcOrd="11" destOrd="0" presId="urn:microsoft.com/office/officeart/2005/8/layout/bProcess3"/>
    <dgm:cxn modelId="{90493E71-65B8-4E21-8A03-B4CD5F305012}" type="presParOf" srcId="{78337B0A-5D2C-4CC0-A2A0-3780FAD8665B}" destId="{E13145D6-0BE2-4423-9429-9DC916D1BEB2}" srcOrd="0" destOrd="0" presId="urn:microsoft.com/office/officeart/2005/8/layout/bProcess3"/>
    <dgm:cxn modelId="{A52790DE-E5CA-4FDA-9155-AEE542719272}" type="presParOf" srcId="{E59ADC85-EF11-4309-BF71-AF91218110A0}" destId="{B4EC1207-83C5-42A4-A571-C46769F8EF64}" srcOrd="12" destOrd="0" presId="urn:microsoft.com/office/officeart/2005/8/layout/bProcess3"/>
    <dgm:cxn modelId="{B8028E3B-465E-492F-86AD-D8D1151661FC}" type="presParOf" srcId="{E59ADC85-EF11-4309-BF71-AF91218110A0}" destId="{73AC27D0-F694-40BF-BDAF-FF2DA1575A6D}" srcOrd="13" destOrd="0" presId="urn:microsoft.com/office/officeart/2005/8/layout/bProcess3"/>
    <dgm:cxn modelId="{D423B2D9-B875-4BF3-BB5A-EF5703AE2CC0}" type="presParOf" srcId="{73AC27D0-F694-40BF-BDAF-FF2DA1575A6D}" destId="{DBA51431-31F3-47AA-8959-E1A96DE2DD6F}" srcOrd="0" destOrd="0" presId="urn:microsoft.com/office/officeart/2005/8/layout/bProcess3"/>
    <dgm:cxn modelId="{D9C98C08-62F8-424C-A5AB-B2E40CE2FDAC}" type="presParOf" srcId="{E59ADC85-EF11-4309-BF71-AF91218110A0}" destId="{91116A3A-7293-4EFE-B2FD-01DA344854EC}" srcOrd="14" destOrd="0" presId="urn:microsoft.com/office/officeart/2005/8/layout/bProcess3"/>
    <dgm:cxn modelId="{AFC06308-F73D-4BE3-AD9D-4262707F94CC}" type="presParOf" srcId="{E59ADC85-EF11-4309-BF71-AF91218110A0}" destId="{DE305013-9097-4237-98C6-DDF12F68F1EA}" srcOrd="15" destOrd="0" presId="urn:microsoft.com/office/officeart/2005/8/layout/bProcess3"/>
    <dgm:cxn modelId="{A5D5C082-05CA-4250-9BA7-42A08BA787ED}" type="presParOf" srcId="{DE305013-9097-4237-98C6-DDF12F68F1EA}" destId="{7BCF5A91-02DE-4DB7-8D98-45F1D32058D6}" srcOrd="0" destOrd="0" presId="urn:microsoft.com/office/officeart/2005/8/layout/bProcess3"/>
    <dgm:cxn modelId="{BF67C1C1-03F0-471D-95C4-E3E8A0243BDF}" type="presParOf" srcId="{E59ADC85-EF11-4309-BF71-AF91218110A0}" destId="{779933A5-2015-4A7D-B5CC-4C26CCFEEBBA}" srcOrd="16" destOrd="0" presId="urn:microsoft.com/office/officeart/2005/8/layout/bProcess3"/>
    <dgm:cxn modelId="{70247A37-BBDE-45A2-B09A-963A1DEB4E8A}" type="presParOf" srcId="{E59ADC85-EF11-4309-BF71-AF91218110A0}" destId="{4BCE1269-D4BB-4BFF-AC6B-CB37C6D22BC3}" srcOrd="17" destOrd="0" presId="urn:microsoft.com/office/officeart/2005/8/layout/bProcess3"/>
    <dgm:cxn modelId="{BD02134F-D1CC-4AE9-8358-2195AFD03D73}" type="presParOf" srcId="{4BCE1269-D4BB-4BFF-AC6B-CB37C6D22BC3}" destId="{24510396-48D4-4C4A-9016-697D3B8E1EB2}" srcOrd="0" destOrd="0" presId="urn:microsoft.com/office/officeart/2005/8/layout/bProcess3"/>
    <dgm:cxn modelId="{B290B749-076C-4924-B478-D35D9DD72479}" type="presParOf" srcId="{E59ADC85-EF11-4309-BF71-AF91218110A0}" destId="{57F3FC6D-1399-41FF-BFBC-803E5AF3EC21}" srcOrd="18" destOrd="0" presId="urn:microsoft.com/office/officeart/2005/8/layout/bProcess3"/>
    <dgm:cxn modelId="{72CC547D-89C3-4F30-AC29-371651693FC7}" type="presParOf" srcId="{E59ADC85-EF11-4309-BF71-AF91218110A0}" destId="{07BD4495-CCA7-4D55-9E11-BA069E13B4F7}" srcOrd="19" destOrd="0" presId="urn:microsoft.com/office/officeart/2005/8/layout/bProcess3"/>
    <dgm:cxn modelId="{598C8C5D-51E4-48D6-AC71-04C4E606D4FB}" type="presParOf" srcId="{07BD4495-CCA7-4D55-9E11-BA069E13B4F7}" destId="{20C0E29C-033E-4B67-A2CF-47386BE8F58A}" srcOrd="0" destOrd="0" presId="urn:microsoft.com/office/officeart/2005/8/layout/bProcess3"/>
    <dgm:cxn modelId="{D0A3B64C-B49E-4460-8A2D-EEF632044071}" type="presParOf" srcId="{E59ADC85-EF11-4309-BF71-AF91218110A0}" destId="{561F02AA-6EA1-4EDD-8B87-F226431351FA}" srcOrd="20" destOrd="0" presId="urn:microsoft.com/office/officeart/2005/8/layout/bProcess3"/>
    <dgm:cxn modelId="{E282A81F-F7CD-426B-AA1D-E7C5397F3175}" type="presParOf" srcId="{E59ADC85-EF11-4309-BF71-AF91218110A0}" destId="{B58D38DB-75DF-47F8-86E4-FBD203AE85B5}" srcOrd="21" destOrd="0" presId="urn:microsoft.com/office/officeart/2005/8/layout/bProcess3"/>
    <dgm:cxn modelId="{1E7A035C-4515-4338-ADF8-478460496CA2}" type="presParOf" srcId="{B58D38DB-75DF-47F8-86E4-FBD203AE85B5}" destId="{95ADD358-2CDD-4452-95E4-8F315B12E6E2}" srcOrd="0" destOrd="0" presId="urn:microsoft.com/office/officeart/2005/8/layout/bProcess3"/>
    <dgm:cxn modelId="{1D3208B4-8D92-4D86-9553-9B17ED16C81F}" type="presParOf" srcId="{E59ADC85-EF11-4309-BF71-AF91218110A0}" destId="{B8B1AA1D-8335-407F-9F7D-239517F4F97D}" srcOrd="22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A1710A-27A7-44A8-A0F2-0ADBE24825A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B56E81D-EF8C-47B7-A998-0B04F7693823}">
      <dgm:prSet phldrT="[Text]" custT="1"/>
      <dgm:spPr/>
      <dgm:t>
        <a:bodyPr/>
        <a:lstStyle/>
        <a:p>
          <a:r>
            <a:rPr lang="en-US" sz="900" dirty="0"/>
            <a:t>Analysis phase</a:t>
          </a:r>
        </a:p>
      </dgm:t>
    </dgm:pt>
    <dgm:pt modelId="{CA2DFC87-E60E-4078-9FF1-73A1E3DCFCC9}" type="parTrans" cxnId="{B22CFD2D-53C9-482B-8772-F63C2D0005BB}">
      <dgm:prSet/>
      <dgm:spPr/>
      <dgm:t>
        <a:bodyPr/>
        <a:lstStyle/>
        <a:p>
          <a:endParaRPr lang="en-US" sz="1050"/>
        </a:p>
      </dgm:t>
    </dgm:pt>
    <dgm:pt modelId="{331ECA8C-7F0A-4718-9FA1-353B573383C9}" type="sibTrans" cxnId="{B22CFD2D-53C9-482B-8772-F63C2D0005BB}">
      <dgm:prSet/>
      <dgm:spPr/>
      <dgm:t>
        <a:bodyPr/>
        <a:lstStyle/>
        <a:p>
          <a:endParaRPr lang="en-US" sz="1050"/>
        </a:p>
      </dgm:t>
    </dgm:pt>
    <dgm:pt modelId="{93699B08-EC3E-44E8-9DA3-1BCAE4A6C276}">
      <dgm:prSet phldrT="[Text]" custT="1"/>
      <dgm:spPr/>
      <dgm:t>
        <a:bodyPr/>
        <a:lstStyle/>
        <a:p>
          <a:r>
            <a:rPr lang="en-US" sz="900" dirty="0"/>
            <a:t>Requirement engineering</a:t>
          </a:r>
        </a:p>
      </dgm:t>
    </dgm:pt>
    <dgm:pt modelId="{55FFCCF0-645B-49AF-9C59-5669CDBA842E}" type="parTrans" cxnId="{C4705E1E-A4AE-4B72-838A-1E6C20FF5836}">
      <dgm:prSet/>
      <dgm:spPr/>
      <dgm:t>
        <a:bodyPr/>
        <a:lstStyle/>
        <a:p>
          <a:endParaRPr lang="en-US" sz="1050"/>
        </a:p>
      </dgm:t>
    </dgm:pt>
    <dgm:pt modelId="{C808625A-9058-45CE-924F-72993EBC6B26}" type="sibTrans" cxnId="{C4705E1E-A4AE-4B72-838A-1E6C20FF5836}">
      <dgm:prSet/>
      <dgm:spPr/>
      <dgm:t>
        <a:bodyPr/>
        <a:lstStyle/>
        <a:p>
          <a:endParaRPr lang="en-US" sz="1050"/>
        </a:p>
      </dgm:t>
    </dgm:pt>
    <dgm:pt modelId="{BE103BA7-C3A0-4D89-BC30-0C03D20102BA}">
      <dgm:prSet phldrT="[Text]" custT="1"/>
      <dgm:spPr/>
      <dgm:t>
        <a:bodyPr/>
        <a:lstStyle/>
        <a:p>
          <a:r>
            <a:rPr lang="en-US" sz="900" dirty="0"/>
            <a:t>Implementation phase</a:t>
          </a:r>
        </a:p>
      </dgm:t>
    </dgm:pt>
    <dgm:pt modelId="{D0BD362F-3D02-4988-AAEB-C37DD2F8BC34}" type="parTrans" cxnId="{83D30853-AC93-4693-B3DF-C2E74DB62210}">
      <dgm:prSet/>
      <dgm:spPr/>
      <dgm:t>
        <a:bodyPr/>
        <a:lstStyle/>
        <a:p>
          <a:endParaRPr lang="en-US" sz="1050"/>
        </a:p>
      </dgm:t>
    </dgm:pt>
    <dgm:pt modelId="{994C4377-BC0D-4792-8FE9-9CB69B556761}" type="sibTrans" cxnId="{83D30853-AC93-4693-B3DF-C2E74DB62210}">
      <dgm:prSet/>
      <dgm:spPr/>
      <dgm:t>
        <a:bodyPr/>
        <a:lstStyle/>
        <a:p>
          <a:endParaRPr lang="en-US" sz="1050"/>
        </a:p>
      </dgm:t>
    </dgm:pt>
    <dgm:pt modelId="{5EAC13C2-2D1A-4208-814C-10BB873950BA}">
      <dgm:prSet phldrT="[Text]" custT="1"/>
      <dgm:spPr/>
      <dgm:t>
        <a:bodyPr/>
        <a:lstStyle/>
        <a:p>
          <a:r>
            <a:rPr lang="en-US" sz="800" dirty="0"/>
            <a:t>Component architecture design</a:t>
          </a:r>
        </a:p>
      </dgm:t>
    </dgm:pt>
    <dgm:pt modelId="{70DF627C-FD7C-42CC-9A25-C29156A99147}" type="parTrans" cxnId="{DBB25602-7FAF-4ED4-84D3-1CA57ABC0D79}">
      <dgm:prSet/>
      <dgm:spPr/>
      <dgm:t>
        <a:bodyPr/>
        <a:lstStyle/>
        <a:p>
          <a:endParaRPr lang="en-US" sz="1050"/>
        </a:p>
      </dgm:t>
    </dgm:pt>
    <dgm:pt modelId="{E2CC5557-764D-4589-9D79-0C201B5C20FF}" type="sibTrans" cxnId="{DBB25602-7FAF-4ED4-84D3-1CA57ABC0D79}">
      <dgm:prSet/>
      <dgm:spPr/>
      <dgm:t>
        <a:bodyPr/>
        <a:lstStyle/>
        <a:p>
          <a:endParaRPr lang="en-US" sz="1050"/>
        </a:p>
      </dgm:t>
    </dgm:pt>
    <dgm:pt modelId="{C407E720-5FF3-4852-A1FE-F2B7DCC9D808}">
      <dgm:prSet phldrT="[Text]" custT="1"/>
      <dgm:spPr/>
      <dgm:t>
        <a:bodyPr/>
        <a:lstStyle/>
        <a:p>
          <a:r>
            <a:rPr lang="en-US" sz="900" dirty="0"/>
            <a:t>Realization phase</a:t>
          </a:r>
        </a:p>
      </dgm:t>
    </dgm:pt>
    <dgm:pt modelId="{A7969856-597B-4573-80D7-2E1F29E41110}" type="parTrans" cxnId="{B94779EA-BAF0-40E0-8B40-1EE25DB23D17}">
      <dgm:prSet/>
      <dgm:spPr/>
      <dgm:t>
        <a:bodyPr/>
        <a:lstStyle/>
        <a:p>
          <a:endParaRPr lang="en-US" sz="1050"/>
        </a:p>
      </dgm:t>
    </dgm:pt>
    <dgm:pt modelId="{85779E26-F049-42B0-A44B-E8A8E6DDFE36}" type="sibTrans" cxnId="{B94779EA-BAF0-40E0-8B40-1EE25DB23D17}">
      <dgm:prSet/>
      <dgm:spPr/>
      <dgm:t>
        <a:bodyPr/>
        <a:lstStyle/>
        <a:p>
          <a:endParaRPr lang="en-US" sz="1050"/>
        </a:p>
      </dgm:t>
    </dgm:pt>
    <dgm:pt modelId="{4D4BAC80-F9A7-480A-8B79-887234986D4B}">
      <dgm:prSet phldrT="[Text]" custT="1"/>
      <dgm:spPr/>
      <dgm:t>
        <a:bodyPr/>
        <a:lstStyle/>
        <a:p>
          <a:r>
            <a:rPr lang="en-US" sz="800" b="0" dirty="0"/>
            <a:t>System integration</a:t>
          </a:r>
        </a:p>
      </dgm:t>
    </dgm:pt>
    <dgm:pt modelId="{BBEE4D9E-C983-4397-93A7-C1C152BE3376}" type="parTrans" cxnId="{3386E5F6-D8ED-4C54-87E9-C5A5B23358D1}">
      <dgm:prSet/>
      <dgm:spPr/>
      <dgm:t>
        <a:bodyPr/>
        <a:lstStyle/>
        <a:p>
          <a:endParaRPr lang="en-US" sz="1050"/>
        </a:p>
      </dgm:t>
    </dgm:pt>
    <dgm:pt modelId="{44C2B55B-ABDF-4767-B8C5-9167F9CF4FBD}" type="sibTrans" cxnId="{3386E5F6-D8ED-4C54-87E9-C5A5B23358D1}">
      <dgm:prSet/>
      <dgm:spPr/>
      <dgm:t>
        <a:bodyPr/>
        <a:lstStyle/>
        <a:p>
          <a:endParaRPr lang="en-US" sz="1050"/>
        </a:p>
      </dgm:t>
    </dgm:pt>
    <dgm:pt modelId="{60B83931-CC5F-41F1-BBF5-9CCD292C79AA}">
      <dgm:prSet phldrT="[Text]" custT="1"/>
      <dgm:spPr/>
      <dgm:t>
        <a:bodyPr/>
        <a:lstStyle/>
        <a:p>
          <a:r>
            <a:rPr lang="en-US" sz="800" dirty="0"/>
            <a:t>Component testing</a:t>
          </a:r>
        </a:p>
      </dgm:t>
    </dgm:pt>
    <dgm:pt modelId="{7D5AC5D1-F72D-4646-9D1F-01608312AF2B}" type="parTrans" cxnId="{E1C60BFC-DB79-4E17-AFBA-B3E25BCEDC33}">
      <dgm:prSet/>
      <dgm:spPr/>
      <dgm:t>
        <a:bodyPr/>
        <a:lstStyle/>
        <a:p>
          <a:endParaRPr lang="en-US" sz="1050"/>
        </a:p>
      </dgm:t>
    </dgm:pt>
    <dgm:pt modelId="{6874335C-820A-4497-BD72-4D661EA4EB96}" type="sibTrans" cxnId="{E1C60BFC-DB79-4E17-AFBA-B3E25BCEDC33}">
      <dgm:prSet/>
      <dgm:spPr/>
      <dgm:t>
        <a:bodyPr/>
        <a:lstStyle/>
        <a:p>
          <a:endParaRPr lang="en-US" sz="1050"/>
        </a:p>
      </dgm:t>
    </dgm:pt>
    <dgm:pt modelId="{9B1C4572-FBD1-4B01-B858-11A12E49A8B9}">
      <dgm:prSet phldrT="[Text]" custT="1"/>
      <dgm:spPr/>
      <dgm:t>
        <a:bodyPr/>
        <a:lstStyle/>
        <a:p>
          <a:r>
            <a:rPr lang="en-US" sz="800" dirty="0"/>
            <a:t>Component design</a:t>
          </a:r>
        </a:p>
      </dgm:t>
    </dgm:pt>
    <dgm:pt modelId="{CA69B7DF-05E7-4562-8061-04775CCB4A77}" type="parTrans" cxnId="{C8253AC6-5D58-4EA9-BB5F-9D7402BCD5DD}">
      <dgm:prSet/>
      <dgm:spPr/>
      <dgm:t>
        <a:bodyPr/>
        <a:lstStyle/>
        <a:p>
          <a:endParaRPr lang="en-US"/>
        </a:p>
      </dgm:t>
    </dgm:pt>
    <dgm:pt modelId="{9378C59F-4776-4B7F-BF30-11AFDE16DCB8}" type="sibTrans" cxnId="{C8253AC6-5D58-4EA9-BB5F-9D7402BCD5DD}">
      <dgm:prSet/>
      <dgm:spPr/>
      <dgm:t>
        <a:bodyPr/>
        <a:lstStyle/>
        <a:p>
          <a:endParaRPr lang="en-US"/>
        </a:p>
      </dgm:t>
    </dgm:pt>
    <dgm:pt modelId="{98BAC879-28B4-4620-B350-D6ACDB090F32}">
      <dgm:prSet phldrT="[Text]" custT="1"/>
      <dgm:spPr/>
      <dgm:t>
        <a:bodyPr/>
        <a:lstStyle/>
        <a:p>
          <a:r>
            <a:rPr lang="en-US" sz="800" dirty="0"/>
            <a:t>Technical risk analysis </a:t>
          </a:r>
        </a:p>
      </dgm:t>
    </dgm:pt>
    <dgm:pt modelId="{57E954EC-D076-408C-9F7F-EBCC491E54C8}" type="parTrans" cxnId="{98858B99-7488-4BFF-831C-3C579E3ED879}">
      <dgm:prSet/>
      <dgm:spPr/>
      <dgm:t>
        <a:bodyPr/>
        <a:lstStyle/>
        <a:p>
          <a:endParaRPr lang="en-US"/>
        </a:p>
      </dgm:t>
    </dgm:pt>
    <dgm:pt modelId="{A92DEB87-85C0-4149-85C3-B79BAA519F8D}" type="sibTrans" cxnId="{98858B99-7488-4BFF-831C-3C579E3ED879}">
      <dgm:prSet/>
      <dgm:spPr/>
      <dgm:t>
        <a:bodyPr/>
        <a:lstStyle/>
        <a:p>
          <a:endParaRPr lang="en-US"/>
        </a:p>
      </dgm:t>
    </dgm:pt>
    <dgm:pt modelId="{89DCFC99-1CAA-4724-ADAC-6A0456377063}">
      <dgm:prSet phldrT="[Text]" custT="1"/>
      <dgm:spPr/>
      <dgm:t>
        <a:bodyPr/>
        <a:lstStyle/>
        <a:p>
          <a:r>
            <a:rPr lang="en-US" sz="800" dirty="0"/>
            <a:t>Make or buy</a:t>
          </a:r>
        </a:p>
      </dgm:t>
    </dgm:pt>
    <dgm:pt modelId="{C725F9E5-9875-4F31-870E-D68159961344}" type="parTrans" cxnId="{EE7AC0D3-1F60-4EC3-BDD7-65CCDA4204E6}">
      <dgm:prSet/>
      <dgm:spPr/>
      <dgm:t>
        <a:bodyPr/>
        <a:lstStyle/>
        <a:p>
          <a:endParaRPr lang="en-US"/>
        </a:p>
      </dgm:t>
    </dgm:pt>
    <dgm:pt modelId="{87FC83F2-246C-4784-B6EC-EE0533B660BC}" type="sibTrans" cxnId="{EE7AC0D3-1F60-4EC3-BDD7-65CCDA4204E6}">
      <dgm:prSet/>
      <dgm:spPr/>
      <dgm:t>
        <a:bodyPr/>
        <a:lstStyle/>
        <a:p>
          <a:endParaRPr lang="en-US"/>
        </a:p>
      </dgm:t>
    </dgm:pt>
    <dgm:pt modelId="{9C255625-F7EC-4242-97CF-88BAFF047C1A}">
      <dgm:prSet phldrT="[Text]" custT="1"/>
      <dgm:spPr/>
      <dgm:t>
        <a:bodyPr/>
        <a:lstStyle/>
        <a:p>
          <a:r>
            <a:rPr lang="en-US" sz="900" dirty="0"/>
            <a:t>System / solution architecture  design</a:t>
          </a:r>
        </a:p>
      </dgm:t>
    </dgm:pt>
    <dgm:pt modelId="{B3E60959-9133-4D96-9A7A-0B38CA1BCC91}" type="parTrans" cxnId="{FF27AB49-60E2-40DB-8FCA-6800616DDCC4}">
      <dgm:prSet/>
      <dgm:spPr/>
      <dgm:t>
        <a:bodyPr/>
        <a:lstStyle/>
        <a:p>
          <a:endParaRPr lang="en-US"/>
        </a:p>
      </dgm:t>
    </dgm:pt>
    <dgm:pt modelId="{2BE85F3D-B116-4357-9993-60E4FC86CDD3}" type="sibTrans" cxnId="{FF27AB49-60E2-40DB-8FCA-6800616DDCC4}">
      <dgm:prSet/>
      <dgm:spPr/>
      <dgm:t>
        <a:bodyPr/>
        <a:lstStyle/>
        <a:p>
          <a:endParaRPr lang="en-US"/>
        </a:p>
      </dgm:t>
    </dgm:pt>
    <dgm:pt modelId="{2602A410-A773-490B-89C8-8DE58D13A5B4}">
      <dgm:prSet phldrT="[Text]" custT="1"/>
      <dgm:spPr/>
      <dgm:t>
        <a:bodyPr/>
        <a:lstStyle/>
        <a:p>
          <a:r>
            <a:rPr lang="en-US" sz="800" b="0" dirty="0"/>
            <a:t>System validation</a:t>
          </a:r>
        </a:p>
      </dgm:t>
    </dgm:pt>
    <dgm:pt modelId="{A1B803D4-06FF-4D73-B7A9-F5EA11D7BB42}" type="parTrans" cxnId="{E245E693-A963-4C3E-AA85-A3B3CD6EC50D}">
      <dgm:prSet/>
      <dgm:spPr/>
      <dgm:t>
        <a:bodyPr/>
        <a:lstStyle/>
        <a:p>
          <a:endParaRPr lang="en-US"/>
        </a:p>
      </dgm:t>
    </dgm:pt>
    <dgm:pt modelId="{19D371D5-3509-405F-A82A-1E07CC27104A}" type="sibTrans" cxnId="{E245E693-A963-4C3E-AA85-A3B3CD6EC50D}">
      <dgm:prSet/>
      <dgm:spPr/>
      <dgm:t>
        <a:bodyPr/>
        <a:lstStyle/>
        <a:p>
          <a:endParaRPr lang="en-US"/>
        </a:p>
      </dgm:t>
    </dgm:pt>
    <dgm:pt modelId="{D6037E61-7084-4175-9528-A59723A64905}" type="pres">
      <dgm:prSet presAssocID="{8FA1710A-27A7-44A8-A0F2-0ADBE24825A9}" presName="Name0" presStyleCnt="0">
        <dgm:presLayoutVars>
          <dgm:dir/>
          <dgm:animLvl val="lvl"/>
          <dgm:resizeHandles val="exact"/>
        </dgm:presLayoutVars>
      </dgm:prSet>
      <dgm:spPr/>
    </dgm:pt>
    <dgm:pt modelId="{0FFD27A8-95F6-4957-81FE-7FAC1A7902A4}" type="pres">
      <dgm:prSet presAssocID="{4B56E81D-EF8C-47B7-A998-0B04F7693823}" presName="composite" presStyleCnt="0"/>
      <dgm:spPr/>
    </dgm:pt>
    <dgm:pt modelId="{B3776EB1-DAFC-404D-823B-4BAE2B3DD99E}" type="pres">
      <dgm:prSet presAssocID="{4B56E81D-EF8C-47B7-A998-0B04F769382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1FB9DE2-6184-4001-B735-A42E1A261BF5}" type="pres">
      <dgm:prSet presAssocID="{4B56E81D-EF8C-47B7-A998-0B04F7693823}" presName="desTx" presStyleLbl="alignAccFollowNode1" presStyleIdx="0" presStyleCnt="3">
        <dgm:presLayoutVars>
          <dgm:bulletEnabled val="1"/>
        </dgm:presLayoutVars>
      </dgm:prSet>
      <dgm:spPr/>
    </dgm:pt>
    <dgm:pt modelId="{FBB06180-7D81-4E97-A55F-68C5B8DCFB2E}" type="pres">
      <dgm:prSet presAssocID="{331ECA8C-7F0A-4718-9FA1-353B573383C9}" presName="space" presStyleCnt="0"/>
      <dgm:spPr/>
    </dgm:pt>
    <dgm:pt modelId="{A7341E1A-2487-477E-BFD8-A8B734354146}" type="pres">
      <dgm:prSet presAssocID="{BE103BA7-C3A0-4D89-BC30-0C03D20102BA}" presName="composite" presStyleCnt="0"/>
      <dgm:spPr/>
    </dgm:pt>
    <dgm:pt modelId="{CC23B184-8F61-44F7-B2C3-05C0241F8214}" type="pres">
      <dgm:prSet presAssocID="{BE103BA7-C3A0-4D89-BC30-0C03D20102B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657F6B5F-3148-411B-8969-4196731FF2AE}" type="pres">
      <dgm:prSet presAssocID="{BE103BA7-C3A0-4D89-BC30-0C03D20102BA}" presName="desTx" presStyleLbl="alignAccFollowNode1" presStyleIdx="1" presStyleCnt="3">
        <dgm:presLayoutVars>
          <dgm:bulletEnabled val="1"/>
        </dgm:presLayoutVars>
      </dgm:prSet>
      <dgm:spPr/>
    </dgm:pt>
    <dgm:pt modelId="{D39DC7B8-8F6A-4C27-8A2B-593E538E3D17}" type="pres">
      <dgm:prSet presAssocID="{994C4377-BC0D-4792-8FE9-9CB69B556761}" presName="space" presStyleCnt="0"/>
      <dgm:spPr/>
    </dgm:pt>
    <dgm:pt modelId="{903EE618-F0E3-46A9-8596-D43EF2F2BDE7}" type="pres">
      <dgm:prSet presAssocID="{C407E720-5FF3-4852-A1FE-F2B7DCC9D808}" presName="composite" presStyleCnt="0"/>
      <dgm:spPr/>
    </dgm:pt>
    <dgm:pt modelId="{4A57CF9C-B592-4265-8996-40D72F625B62}" type="pres">
      <dgm:prSet presAssocID="{C407E720-5FF3-4852-A1FE-F2B7DCC9D80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EF060D50-47F6-4EE0-9165-BF5F762AF6A3}" type="pres">
      <dgm:prSet presAssocID="{C407E720-5FF3-4852-A1FE-F2B7DCC9D80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BB25602-7FAF-4ED4-84D3-1CA57ABC0D79}" srcId="{BE103BA7-C3A0-4D89-BC30-0C03D20102BA}" destId="{5EAC13C2-2D1A-4208-814C-10BB873950BA}" srcOrd="0" destOrd="0" parTransId="{70DF627C-FD7C-42CC-9A25-C29156A99147}" sibTransId="{E2CC5557-764D-4589-9D79-0C201B5C20FF}"/>
    <dgm:cxn modelId="{69A51917-C31E-415B-8603-4D7BEB9DEEE1}" type="presOf" srcId="{5EAC13C2-2D1A-4208-814C-10BB873950BA}" destId="{657F6B5F-3148-411B-8969-4196731FF2AE}" srcOrd="0" destOrd="0" presId="urn:microsoft.com/office/officeart/2005/8/layout/hList1"/>
    <dgm:cxn modelId="{C4705E1E-A4AE-4B72-838A-1E6C20FF5836}" srcId="{4B56E81D-EF8C-47B7-A998-0B04F7693823}" destId="{93699B08-EC3E-44E8-9DA3-1BCAE4A6C276}" srcOrd="0" destOrd="0" parTransId="{55FFCCF0-645B-49AF-9C59-5669CDBA842E}" sibTransId="{C808625A-9058-45CE-924F-72993EBC6B26}"/>
    <dgm:cxn modelId="{B22CFD2D-53C9-482B-8772-F63C2D0005BB}" srcId="{8FA1710A-27A7-44A8-A0F2-0ADBE24825A9}" destId="{4B56E81D-EF8C-47B7-A998-0B04F7693823}" srcOrd="0" destOrd="0" parTransId="{CA2DFC87-E60E-4078-9FF1-73A1E3DCFCC9}" sibTransId="{331ECA8C-7F0A-4718-9FA1-353B573383C9}"/>
    <dgm:cxn modelId="{7A9BCA31-2CDB-49F9-B722-3530FE291896}" type="presOf" srcId="{2602A410-A773-490B-89C8-8DE58D13A5B4}" destId="{EF060D50-47F6-4EE0-9165-BF5F762AF6A3}" srcOrd="0" destOrd="1" presId="urn:microsoft.com/office/officeart/2005/8/layout/hList1"/>
    <dgm:cxn modelId="{1096FE34-2F7C-4CA0-A2A4-7DA88265C60D}" type="presOf" srcId="{9B1C4572-FBD1-4B01-B858-11A12E49A8B9}" destId="{657F6B5F-3148-411B-8969-4196731FF2AE}" srcOrd="0" destOrd="1" presId="urn:microsoft.com/office/officeart/2005/8/layout/hList1"/>
    <dgm:cxn modelId="{C35C995C-25DB-4706-9CFA-BAD74D8B7E85}" type="presOf" srcId="{C407E720-5FF3-4852-A1FE-F2B7DCC9D808}" destId="{4A57CF9C-B592-4265-8996-40D72F625B62}" srcOrd="0" destOrd="0" presId="urn:microsoft.com/office/officeart/2005/8/layout/hList1"/>
    <dgm:cxn modelId="{FF27AB49-60E2-40DB-8FCA-6800616DDCC4}" srcId="{4B56E81D-EF8C-47B7-A998-0B04F7693823}" destId="{9C255625-F7EC-4242-97CF-88BAFF047C1A}" srcOrd="1" destOrd="0" parTransId="{B3E60959-9133-4D96-9A7A-0B38CA1BCC91}" sibTransId="{2BE85F3D-B116-4357-9993-60E4FC86CDD3}"/>
    <dgm:cxn modelId="{F3DC264E-A5B3-4ED2-8DD1-45AF2A69BA48}" type="presOf" srcId="{4D4BAC80-F9A7-480A-8B79-887234986D4B}" destId="{EF060D50-47F6-4EE0-9165-BF5F762AF6A3}" srcOrd="0" destOrd="0" presId="urn:microsoft.com/office/officeart/2005/8/layout/hList1"/>
    <dgm:cxn modelId="{83D30853-AC93-4693-B3DF-C2E74DB62210}" srcId="{8FA1710A-27A7-44A8-A0F2-0ADBE24825A9}" destId="{BE103BA7-C3A0-4D89-BC30-0C03D20102BA}" srcOrd="1" destOrd="0" parTransId="{D0BD362F-3D02-4988-AAEB-C37DD2F8BC34}" sibTransId="{994C4377-BC0D-4792-8FE9-9CB69B556761}"/>
    <dgm:cxn modelId="{A2B3BF55-6107-4D92-9FC7-0B2B7752CBE2}" type="presOf" srcId="{8FA1710A-27A7-44A8-A0F2-0ADBE24825A9}" destId="{D6037E61-7084-4175-9528-A59723A64905}" srcOrd="0" destOrd="0" presId="urn:microsoft.com/office/officeart/2005/8/layout/hList1"/>
    <dgm:cxn modelId="{E245E693-A963-4C3E-AA85-A3B3CD6EC50D}" srcId="{C407E720-5FF3-4852-A1FE-F2B7DCC9D808}" destId="{2602A410-A773-490B-89C8-8DE58D13A5B4}" srcOrd="1" destOrd="0" parTransId="{A1B803D4-06FF-4D73-B7A9-F5EA11D7BB42}" sibTransId="{19D371D5-3509-405F-A82A-1E07CC27104A}"/>
    <dgm:cxn modelId="{98858B99-7488-4BFF-831C-3C579E3ED879}" srcId="{BE103BA7-C3A0-4D89-BC30-0C03D20102BA}" destId="{98BAC879-28B4-4620-B350-D6ACDB090F32}" srcOrd="2" destOrd="0" parTransId="{57E954EC-D076-408C-9F7F-EBCC491E54C8}" sibTransId="{A92DEB87-85C0-4149-85C3-B79BAA519F8D}"/>
    <dgm:cxn modelId="{84A8429F-1F4B-41DA-8966-0886D27C1F0C}" type="presOf" srcId="{4B56E81D-EF8C-47B7-A998-0B04F7693823}" destId="{B3776EB1-DAFC-404D-823B-4BAE2B3DD99E}" srcOrd="0" destOrd="0" presId="urn:microsoft.com/office/officeart/2005/8/layout/hList1"/>
    <dgm:cxn modelId="{8D8343C4-ABF3-4361-AA56-B2912B109401}" type="presOf" srcId="{89DCFC99-1CAA-4724-ADAC-6A0456377063}" destId="{657F6B5F-3148-411B-8969-4196731FF2AE}" srcOrd="0" destOrd="3" presId="urn:microsoft.com/office/officeart/2005/8/layout/hList1"/>
    <dgm:cxn modelId="{1897CDC4-6E01-4190-BAD6-C0F295C4CB06}" type="presOf" srcId="{BE103BA7-C3A0-4D89-BC30-0C03D20102BA}" destId="{CC23B184-8F61-44F7-B2C3-05C0241F8214}" srcOrd="0" destOrd="0" presId="urn:microsoft.com/office/officeart/2005/8/layout/hList1"/>
    <dgm:cxn modelId="{C8253AC6-5D58-4EA9-BB5F-9D7402BCD5DD}" srcId="{BE103BA7-C3A0-4D89-BC30-0C03D20102BA}" destId="{9B1C4572-FBD1-4B01-B858-11A12E49A8B9}" srcOrd="1" destOrd="0" parTransId="{CA69B7DF-05E7-4562-8061-04775CCB4A77}" sibTransId="{9378C59F-4776-4B7F-BF30-11AFDE16DCB8}"/>
    <dgm:cxn modelId="{B5D798D1-B905-4627-A9BC-11F6821088D9}" type="presOf" srcId="{93699B08-EC3E-44E8-9DA3-1BCAE4A6C276}" destId="{E1FB9DE2-6184-4001-B735-A42E1A261BF5}" srcOrd="0" destOrd="0" presId="urn:microsoft.com/office/officeart/2005/8/layout/hList1"/>
    <dgm:cxn modelId="{EE7AC0D3-1F60-4EC3-BDD7-65CCDA4204E6}" srcId="{BE103BA7-C3A0-4D89-BC30-0C03D20102BA}" destId="{89DCFC99-1CAA-4724-ADAC-6A0456377063}" srcOrd="3" destOrd="0" parTransId="{C725F9E5-9875-4F31-870E-D68159961344}" sibTransId="{87FC83F2-246C-4784-B6EC-EE0533B660BC}"/>
    <dgm:cxn modelId="{CEB129D6-8B10-490A-965F-ECB27CDC9710}" type="presOf" srcId="{98BAC879-28B4-4620-B350-D6ACDB090F32}" destId="{657F6B5F-3148-411B-8969-4196731FF2AE}" srcOrd="0" destOrd="2" presId="urn:microsoft.com/office/officeart/2005/8/layout/hList1"/>
    <dgm:cxn modelId="{098042DF-EF21-4FD0-8AF3-FC128F7298B7}" type="presOf" srcId="{60B83931-CC5F-41F1-BBF5-9CCD292C79AA}" destId="{657F6B5F-3148-411B-8969-4196731FF2AE}" srcOrd="0" destOrd="4" presId="urn:microsoft.com/office/officeart/2005/8/layout/hList1"/>
    <dgm:cxn modelId="{B94779EA-BAF0-40E0-8B40-1EE25DB23D17}" srcId="{8FA1710A-27A7-44A8-A0F2-0ADBE24825A9}" destId="{C407E720-5FF3-4852-A1FE-F2B7DCC9D808}" srcOrd="2" destOrd="0" parTransId="{A7969856-597B-4573-80D7-2E1F29E41110}" sibTransId="{85779E26-F049-42B0-A44B-E8A8E6DDFE36}"/>
    <dgm:cxn modelId="{3386E5F6-D8ED-4C54-87E9-C5A5B23358D1}" srcId="{C407E720-5FF3-4852-A1FE-F2B7DCC9D808}" destId="{4D4BAC80-F9A7-480A-8B79-887234986D4B}" srcOrd="0" destOrd="0" parTransId="{BBEE4D9E-C983-4397-93A7-C1C152BE3376}" sibTransId="{44C2B55B-ABDF-4767-B8C5-9167F9CF4FBD}"/>
    <dgm:cxn modelId="{E1C60BFC-DB79-4E17-AFBA-B3E25BCEDC33}" srcId="{BE103BA7-C3A0-4D89-BC30-0C03D20102BA}" destId="{60B83931-CC5F-41F1-BBF5-9CCD292C79AA}" srcOrd="4" destOrd="0" parTransId="{7D5AC5D1-F72D-4646-9D1F-01608312AF2B}" sibTransId="{6874335C-820A-4497-BD72-4D661EA4EB96}"/>
    <dgm:cxn modelId="{0B06A4FF-BF5C-4580-8589-4851D10F8141}" type="presOf" srcId="{9C255625-F7EC-4242-97CF-88BAFF047C1A}" destId="{E1FB9DE2-6184-4001-B735-A42E1A261BF5}" srcOrd="0" destOrd="1" presId="urn:microsoft.com/office/officeart/2005/8/layout/hList1"/>
    <dgm:cxn modelId="{27D3F9AD-FF81-43FE-AC5F-FC444AA4A526}" type="presParOf" srcId="{D6037E61-7084-4175-9528-A59723A64905}" destId="{0FFD27A8-95F6-4957-81FE-7FAC1A7902A4}" srcOrd="0" destOrd="0" presId="urn:microsoft.com/office/officeart/2005/8/layout/hList1"/>
    <dgm:cxn modelId="{4E3BFB8D-EEF7-4E9D-BF65-7442DA54EC60}" type="presParOf" srcId="{0FFD27A8-95F6-4957-81FE-7FAC1A7902A4}" destId="{B3776EB1-DAFC-404D-823B-4BAE2B3DD99E}" srcOrd="0" destOrd="0" presId="urn:microsoft.com/office/officeart/2005/8/layout/hList1"/>
    <dgm:cxn modelId="{C96FAE62-4207-4682-AE79-2E8907E2D60E}" type="presParOf" srcId="{0FFD27A8-95F6-4957-81FE-7FAC1A7902A4}" destId="{E1FB9DE2-6184-4001-B735-A42E1A261BF5}" srcOrd="1" destOrd="0" presId="urn:microsoft.com/office/officeart/2005/8/layout/hList1"/>
    <dgm:cxn modelId="{8EC3F76E-EE2A-4D3B-B1FB-8DA7FCDBDA35}" type="presParOf" srcId="{D6037E61-7084-4175-9528-A59723A64905}" destId="{FBB06180-7D81-4E97-A55F-68C5B8DCFB2E}" srcOrd="1" destOrd="0" presId="urn:microsoft.com/office/officeart/2005/8/layout/hList1"/>
    <dgm:cxn modelId="{4F0B4CA8-3B72-44F2-A774-1596B18BF7E2}" type="presParOf" srcId="{D6037E61-7084-4175-9528-A59723A64905}" destId="{A7341E1A-2487-477E-BFD8-A8B734354146}" srcOrd="2" destOrd="0" presId="urn:microsoft.com/office/officeart/2005/8/layout/hList1"/>
    <dgm:cxn modelId="{8CE7A3A8-F4CB-4FB4-9696-5A7DA3BA46B0}" type="presParOf" srcId="{A7341E1A-2487-477E-BFD8-A8B734354146}" destId="{CC23B184-8F61-44F7-B2C3-05C0241F8214}" srcOrd="0" destOrd="0" presId="urn:microsoft.com/office/officeart/2005/8/layout/hList1"/>
    <dgm:cxn modelId="{F10D3E1B-4046-43CB-9E26-903A4AFCD0F0}" type="presParOf" srcId="{A7341E1A-2487-477E-BFD8-A8B734354146}" destId="{657F6B5F-3148-411B-8969-4196731FF2AE}" srcOrd="1" destOrd="0" presId="urn:microsoft.com/office/officeart/2005/8/layout/hList1"/>
    <dgm:cxn modelId="{58281522-F3DC-4A54-B8F2-697FF34C2AB3}" type="presParOf" srcId="{D6037E61-7084-4175-9528-A59723A64905}" destId="{D39DC7B8-8F6A-4C27-8A2B-593E538E3D17}" srcOrd="3" destOrd="0" presId="urn:microsoft.com/office/officeart/2005/8/layout/hList1"/>
    <dgm:cxn modelId="{ECE1FF5F-C3EA-44A4-A1ED-A897804BBD6A}" type="presParOf" srcId="{D6037E61-7084-4175-9528-A59723A64905}" destId="{903EE618-F0E3-46A9-8596-D43EF2F2BDE7}" srcOrd="4" destOrd="0" presId="urn:microsoft.com/office/officeart/2005/8/layout/hList1"/>
    <dgm:cxn modelId="{EE0984E9-0C0B-4A64-9FA7-13D521F5904D}" type="presParOf" srcId="{903EE618-F0E3-46A9-8596-D43EF2F2BDE7}" destId="{4A57CF9C-B592-4265-8996-40D72F625B62}" srcOrd="0" destOrd="0" presId="urn:microsoft.com/office/officeart/2005/8/layout/hList1"/>
    <dgm:cxn modelId="{AE604402-3A6A-4064-AFDD-F839AA8696CA}" type="presParOf" srcId="{903EE618-F0E3-46A9-8596-D43EF2F2BDE7}" destId="{EF060D50-47F6-4EE0-9165-BF5F762AF6A3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6D89CE2-6973-4BB3-9917-1F9635EF8AAC}" type="doc">
      <dgm:prSet loTypeId="urn:microsoft.com/office/officeart/2005/8/layout/process5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A20D30-B156-4205-9D0A-E1FF3BB1C2EF}">
      <dgm:prSet/>
      <dgm:spPr/>
      <dgm:t>
        <a:bodyPr/>
        <a:lstStyle/>
        <a:p>
          <a:r>
            <a:rPr lang="en-US" dirty="0"/>
            <a:t>Identify target group</a:t>
          </a:r>
        </a:p>
      </dgm:t>
    </dgm:pt>
    <dgm:pt modelId="{10943823-378C-4045-8C36-69AA753C9837}" type="parTrans" cxnId="{3D7E9636-9082-436F-995A-DE126BA9BDF9}">
      <dgm:prSet/>
      <dgm:spPr/>
      <dgm:t>
        <a:bodyPr/>
        <a:lstStyle/>
        <a:p>
          <a:endParaRPr lang="en-US"/>
        </a:p>
      </dgm:t>
    </dgm:pt>
    <dgm:pt modelId="{72024401-BCA0-4455-AAA1-3BBDDDAC0F1C}" type="sibTrans" cxnId="{3D7E9636-9082-436F-995A-DE126BA9BDF9}">
      <dgm:prSet/>
      <dgm:spPr/>
      <dgm:t>
        <a:bodyPr/>
        <a:lstStyle/>
        <a:p>
          <a:endParaRPr lang="en-US"/>
        </a:p>
      </dgm:t>
    </dgm:pt>
    <dgm:pt modelId="{58287BC1-1445-4618-AFEF-5BFB9A863B39}">
      <dgm:prSet/>
      <dgm:spPr/>
      <dgm:t>
        <a:bodyPr/>
        <a:lstStyle/>
        <a:p>
          <a:r>
            <a:rPr lang="en-US" dirty="0"/>
            <a:t>Identify pain points</a:t>
          </a:r>
        </a:p>
      </dgm:t>
    </dgm:pt>
    <dgm:pt modelId="{6C9D92B7-1E04-4523-AA33-EF1A0C1F863A}" type="parTrans" cxnId="{CD10FCE5-F867-4A13-8AFF-A1BD80BB9551}">
      <dgm:prSet/>
      <dgm:spPr/>
      <dgm:t>
        <a:bodyPr/>
        <a:lstStyle/>
        <a:p>
          <a:endParaRPr lang="en-US"/>
        </a:p>
      </dgm:t>
    </dgm:pt>
    <dgm:pt modelId="{7F93B194-60F5-43F9-A3D0-FB8C0573DF46}" type="sibTrans" cxnId="{CD10FCE5-F867-4A13-8AFF-A1BD80BB9551}">
      <dgm:prSet/>
      <dgm:spPr/>
      <dgm:t>
        <a:bodyPr/>
        <a:lstStyle/>
        <a:p>
          <a:endParaRPr lang="en-US"/>
        </a:p>
      </dgm:t>
    </dgm:pt>
    <dgm:pt modelId="{95DA7D44-3FB8-4995-9901-0502CA0C7056}">
      <dgm:prSet/>
      <dgm:spPr/>
      <dgm:t>
        <a:bodyPr/>
        <a:lstStyle/>
        <a:p>
          <a:r>
            <a:rPr lang="en-US" dirty="0"/>
            <a:t>Working out the USP</a:t>
          </a:r>
        </a:p>
      </dgm:t>
    </dgm:pt>
    <dgm:pt modelId="{4C7664E8-0FB7-4565-B35E-930826BB9FB8}" type="parTrans" cxnId="{FC200ACD-7D0E-42BC-B5DD-84F519C403BA}">
      <dgm:prSet/>
      <dgm:spPr/>
      <dgm:t>
        <a:bodyPr/>
        <a:lstStyle/>
        <a:p>
          <a:endParaRPr lang="en-US"/>
        </a:p>
      </dgm:t>
    </dgm:pt>
    <dgm:pt modelId="{146C8E87-EE11-44AB-A42F-05C7033896C2}" type="sibTrans" cxnId="{FC200ACD-7D0E-42BC-B5DD-84F519C403BA}">
      <dgm:prSet/>
      <dgm:spPr/>
      <dgm:t>
        <a:bodyPr/>
        <a:lstStyle/>
        <a:p>
          <a:endParaRPr lang="en-US"/>
        </a:p>
      </dgm:t>
    </dgm:pt>
    <dgm:pt modelId="{93C97642-395C-4C11-97E2-2BF4805645EC}">
      <dgm:prSet/>
      <dgm:spPr/>
      <dgm:t>
        <a:bodyPr/>
        <a:lstStyle/>
        <a:p>
          <a:r>
            <a:rPr lang="en-US" dirty="0"/>
            <a:t>Communicate of problem solution</a:t>
          </a:r>
        </a:p>
      </dgm:t>
    </dgm:pt>
    <dgm:pt modelId="{F1BD047A-8173-43CF-A6EE-C034F8DE864E}" type="parTrans" cxnId="{A4798181-DE4E-4D9C-8C7F-8945B283F177}">
      <dgm:prSet/>
      <dgm:spPr/>
      <dgm:t>
        <a:bodyPr/>
        <a:lstStyle/>
        <a:p>
          <a:endParaRPr lang="en-US"/>
        </a:p>
      </dgm:t>
    </dgm:pt>
    <dgm:pt modelId="{DF791595-BF87-4448-9E4E-5355B3BF203E}" type="sibTrans" cxnId="{A4798181-DE4E-4D9C-8C7F-8945B283F177}">
      <dgm:prSet/>
      <dgm:spPr/>
      <dgm:t>
        <a:bodyPr/>
        <a:lstStyle/>
        <a:p>
          <a:endParaRPr lang="en-US"/>
        </a:p>
      </dgm:t>
    </dgm:pt>
    <dgm:pt modelId="{2FE3BEB6-AAD6-45A5-B5BE-5FBE0448DE3D}" type="pres">
      <dgm:prSet presAssocID="{46D89CE2-6973-4BB3-9917-1F9635EF8AAC}" presName="diagram" presStyleCnt="0">
        <dgm:presLayoutVars>
          <dgm:dir/>
          <dgm:resizeHandles val="exact"/>
        </dgm:presLayoutVars>
      </dgm:prSet>
      <dgm:spPr/>
    </dgm:pt>
    <dgm:pt modelId="{00A87819-6626-4ADB-9081-9074CC6AA53A}" type="pres">
      <dgm:prSet presAssocID="{86A20D30-B156-4205-9D0A-E1FF3BB1C2EF}" presName="node" presStyleLbl="node1" presStyleIdx="0" presStyleCnt="4">
        <dgm:presLayoutVars>
          <dgm:bulletEnabled val="1"/>
        </dgm:presLayoutVars>
      </dgm:prSet>
      <dgm:spPr/>
    </dgm:pt>
    <dgm:pt modelId="{486CA94C-4EF6-4BD7-BC1F-625933E0C7FD}" type="pres">
      <dgm:prSet presAssocID="{72024401-BCA0-4455-AAA1-3BBDDDAC0F1C}" presName="sibTrans" presStyleLbl="sibTrans2D1" presStyleIdx="0" presStyleCnt="3"/>
      <dgm:spPr/>
    </dgm:pt>
    <dgm:pt modelId="{49A3F5DD-971F-4C35-9B14-C1AF047429A9}" type="pres">
      <dgm:prSet presAssocID="{72024401-BCA0-4455-AAA1-3BBDDDAC0F1C}" presName="connectorText" presStyleLbl="sibTrans2D1" presStyleIdx="0" presStyleCnt="3"/>
      <dgm:spPr/>
    </dgm:pt>
    <dgm:pt modelId="{749AAC7C-1A8E-4D64-AAEA-4A4796FE2AD1}" type="pres">
      <dgm:prSet presAssocID="{58287BC1-1445-4618-AFEF-5BFB9A863B39}" presName="node" presStyleLbl="node1" presStyleIdx="1" presStyleCnt="4">
        <dgm:presLayoutVars>
          <dgm:bulletEnabled val="1"/>
        </dgm:presLayoutVars>
      </dgm:prSet>
      <dgm:spPr/>
    </dgm:pt>
    <dgm:pt modelId="{0F67D827-AD1E-4DAE-80B9-D7DFE0640003}" type="pres">
      <dgm:prSet presAssocID="{7F93B194-60F5-43F9-A3D0-FB8C0573DF46}" presName="sibTrans" presStyleLbl="sibTrans2D1" presStyleIdx="1" presStyleCnt="3"/>
      <dgm:spPr/>
    </dgm:pt>
    <dgm:pt modelId="{0D3E4C77-9303-4F91-ACE2-625CE9897B11}" type="pres">
      <dgm:prSet presAssocID="{7F93B194-60F5-43F9-A3D0-FB8C0573DF46}" presName="connectorText" presStyleLbl="sibTrans2D1" presStyleIdx="1" presStyleCnt="3"/>
      <dgm:spPr/>
    </dgm:pt>
    <dgm:pt modelId="{CB35FD30-5DC1-4A31-AEB8-9A31D1B84CA6}" type="pres">
      <dgm:prSet presAssocID="{95DA7D44-3FB8-4995-9901-0502CA0C7056}" presName="node" presStyleLbl="node1" presStyleIdx="2" presStyleCnt="4">
        <dgm:presLayoutVars>
          <dgm:bulletEnabled val="1"/>
        </dgm:presLayoutVars>
      </dgm:prSet>
      <dgm:spPr/>
    </dgm:pt>
    <dgm:pt modelId="{EA3F8223-AE6C-4B86-B01E-B27D560A059E}" type="pres">
      <dgm:prSet presAssocID="{146C8E87-EE11-44AB-A42F-05C7033896C2}" presName="sibTrans" presStyleLbl="sibTrans2D1" presStyleIdx="2" presStyleCnt="3"/>
      <dgm:spPr/>
    </dgm:pt>
    <dgm:pt modelId="{39BEFA3B-C90D-4BC8-8F52-78B494FACA94}" type="pres">
      <dgm:prSet presAssocID="{146C8E87-EE11-44AB-A42F-05C7033896C2}" presName="connectorText" presStyleLbl="sibTrans2D1" presStyleIdx="2" presStyleCnt="3"/>
      <dgm:spPr/>
    </dgm:pt>
    <dgm:pt modelId="{38D7E126-5D1E-451A-BFA2-FD31FE16841F}" type="pres">
      <dgm:prSet presAssocID="{93C97642-395C-4C11-97E2-2BF4805645EC}" presName="node" presStyleLbl="node1" presStyleIdx="3" presStyleCnt="4">
        <dgm:presLayoutVars>
          <dgm:bulletEnabled val="1"/>
        </dgm:presLayoutVars>
      </dgm:prSet>
      <dgm:spPr/>
    </dgm:pt>
  </dgm:ptLst>
  <dgm:cxnLst>
    <dgm:cxn modelId="{13DCA61D-97B1-4B34-988D-597D94EB5DA2}" type="presOf" srcId="{72024401-BCA0-4455-AAA1-3BBDDDAC0F1C}" destId="{486CA94C-4EF6-4BD7-BC1F-625933E0C7FD}" srcOrd="0" destOrd="0" presId="urn:microsoft.com/office/officeart/2005/8/layout/process5"/>
    <dgm:cxn modelId="{3D7E9636-9082-436F-995A-DE126BA9BDF9}" srcId="{46D89CE2-6973-4BB3-9917-1F9635EF8AAC}" destId="{86A20D30-B156-4205-9D0A-E1FF3BB1C2EF}" srcOrd="0" destOrd="0" parTransId="{10943823-378C-4045-8C36-69AA753C9837}" sibTransId="{72024401-BCA0-4455-AAA1-3BBDDDAC0F1C}"/>
    <dgm:cxn modelId="{DDF46838-4F62-40B2-909D-01F3CE750025}" type="presOf" srcId="{7F93B194-60F5-43F9-A3D0-FB8C0573DF46}" destId="{0F67D827-AD1E-4DAE-80B9-D7DFE0640003}" srcOrd="0" destOrd="0" presId="urn:microsoft.com/office/officeart/2005/8/layout/process5"/>
    <dgm:cxn modelId="{A251763F-CF7C-4030-A640-FA199B49E182}" type="presOf" srcId="{95DA7D44-3FB8-4995-9901-0502CA0C7056}" destId="{CB35FD30-5DC1-4A31-AEB8-9A31D1B84CA6}" srcOrd="0" destOrd="0" presId="urn:microsoft.com/office/officeart/2005/8/layout/process5"/>
    <dgm:cxn modelId="{40961D70-66B2-427F-A22E-540ED8C3F96F}" type="presOf" srcId="{93C97642-395C-4C11-97E2-2BF4805645EC}" destId="{38D7E126-5D1E-451A-BFA2-FD31FE16841F}" srcOrd="0" destOrd="0" presId="urn:microsoft.com/office/officeart/2005/8/layout/process5"/>
    <dgm:cxn modelId="{83E8FA54-E0D8-4BAB-99DB-32E5F47937D2}" type="presOf" srcId="{146C8E87-EE11-44AB-A42F-05C7033896C2}" destId="{EA3F8223-AE6C-4B86-B01E-B27D560A059E}" srcOrd="0" destOrd="0" presId="urn:microsoft.com/office/officeart/2005/8/layout/process5"/>
    <dgm:cxn modelId="{A4798181-DE4E-4D9C-8C7F-8945B283F177}" srcId="{46D89CE2-6973-4BB3-9917-1F9635EF8AAC}" destId="{93C97642-395C-4C11-97E2-2BF4805645EC}" srcOrd="3" destOrd="0" parTransId="{F1BD047A-8173-43CF-A6EE-C034F8DE864E}" sibTransId="{DF791595-BF87-4448-9E4E-5355B3BF203E}"/>
    <dgm:cxn modelId="{06E45791-0983-4C55-94B5-3CB7059F1D44}" type="presOf" srcId="{58287BC1-1445-4618-AFEF-5BFB9A863B39}" destId="{749AAC7C-1A8E-4D64-AAEA-4A4796FE2AD1}" srcOrd="0" destOrd="0" presId="urn:microsoft.com/office/officeart/2005/8/layout/process5"/>
    <dgm:cxn modelId="{491AF094-EA92-4EC1-B5E7-408E5F76C6C0}" type="presOf" srcId="{7F93B194-60F5-43F9-A3D0-FB8C0573DF46}" destId="{0D3E4C77-9303-4F91-ACE2-625CE9897B11}" srcOrd="1" destOrd="0" presId="urn:microsoft.com/office/officeart/2005/8/layout/process5"/>
    <dgm:cxn modelId="{C9ED88A7-508B-4B54-BD4E-CCAC74C05AD0}" type="presOf" srcId="{146C8E87-EE11-44AB-A42F-05C7033896C2}" destId="{39BEFA3B-C90D-4BC8-8F52-78B494FACA94}" srcOrd="1" destOrd="0" presId="urn:microsoft.com/office/officeart/2005/8/layout/process5"/>
    <dgm:cxn modelId="{BDCACAC7-48DC-4555-970B-AA2CBA889BD5}" type="presOf" srcId="{72024401-BCA0-4455-AAA1-3BBDDDAC0F1C}" destId="{49A3F5DD-971F-4C35-9B14-C1AF047429A9}" srcOrd="1" destOrd="0" presId="urn:microsoft.com/office/officeart/2005/8/layout/process5"/>
    <dgm:cxn modelId="{FC200ACD-7D0E-42BC-B5DD-84F519C403BA}" srcId="{46D89CE2-6973-4BB3-9917-1F9635EF8AAC}" destId="{95DA7D44-3FB8-4995-9901-0502CA0C7056}" srcOrd="2" destOrd="0" parTransId="{4C7664E8-0FB7-4565-B35E-930826BB9FB8}" sibTransId="{146C8E87-EE11-44AB-A42F-05C7033896C2}"/>
    <dgm:cxn modelId="{CD10FCE5-F867-4A13-8AFF-A1BD80BB9551}" srcId="{46D89CE2-6973-4BB3-9917-1F9635EF8AAC}" destId="{58287BC1-1445-4618-AFEF-5BFB9A863B39}" srcOrd="1" destOrd="0" parTransId="{6C9D92B7-1E04-4523-AA33-EF1A0C1F863A}" sibTransId="{7F93B194-60F5-43F9-A3D0-FB8C0573DF46}"/>
    <dgm:cxn modelId="{B5B23FE7-F73C-4E9F-BE63-6A1552551A91}" type="presOf" srcId="{46D89CE2-6973-4BB3-9917-1F9635EF8AAC}" destId="{2FE3BEB6-AAD6-45A5-B5BE-5FBE0448DE3D}" srcOrd="0" destOrd="0" presId="urn:microsoft.com/office/officeart/2005/8/layout/process5"/>
    <dgm:cxn modelId="{A28EAFF7-C61D-4E0A-A01B-DBB8B9C38264}" type="presOf" srcId="{86A20D30-B156-4205-9D0A-E1FF3BB1C2EF}" destId="{00A87819-6626-4ADB-9081-9074CC6AA53A}" srcOrd="0" destOrd="0" presId="urn:microsoft.com/office/officeart/2005/8/layout/process5"/>
    <dgm:cxn modelId="{499CDB4A-923D-436C-8A9C-2EFE10AA6517}" type="presParOf" srcId="{2FE3BEB6-AAD6-45A5-B5BE-5FBE0448DE3D}" destId="{00A87819-6626-4ADB-9081-9074CC6AA53A}" srcOrd="0" destOrd="0" presId="urn:microsoft.com/office/officeart/2005/8/layout/process5"/>
    <dgm:cxn modelId="{BA2F5112-1472-468E-8F34-8279B1F9A6BF}" type="presParOf" srcId="{2FE3BEB6-AAD6-45A5-B5BE-5FBE0448DE3D}" destId="{486CA94C-4EF6-4BD7-BC1F-625933E0C7FD}" srcOrd="1" destOrd="0" presId="urn:microsoft.com/office/officeart/2005/8/layout/process5"/>
    <dgm:cxn modelId="{A4C04768-D11B-4C1B-AE08-70766DBBE43D}" type="presParOf" srcId="{486CA94C-4EF6-4BD7-BC1F-625933E0C7FD}" destId="{49A3F5DD-971F-4C35-9B14-C1AF047429A9}" srcOrd="0" destOrd="0" presId="urn:microsoft.com/office/officeart/2005/8/layout/process5"/>
    <dgm:cxn modelId="{83BAFD9D-404D-42DD-99D6-37016A9CF870}" type="presParOf" srcId="{2FE3BEB6-AAD6-45A5-B5BE-5FBE0448DE3D}" destId="{749AAC7C-1A8E-4D64-AAEA-4A4796FE2AD1}" srcOrd="2" destOrd="0" presId="urn:microsoft.com/office/officeart/2005/8/layout/process5"/>
    <dgm:cxn modelId="{94BC9F42-16F6-4BBA-B405-C55480247AB7}" type="presParOf" srcId="{2FE3BEB6-AAD6-45A5-B5BE-5FBE0448DE3D}" destId="{0F67D827-AD1E-4DAE-80B9-D7DFE0640003}" srcOrd="3" destOrd="0" presId="urn:microsoft.com/office/officeart/2005/8/layout/process5"/>
    <dgm:cxn modelId="{A913E78C-6D0A-4C1E-B9B3-CA8C3FC68ECB}" type="presParOf" srcId="{0F67D827-AD1E-4DAE-80B9-D7DFE0640003}" destId="{0D3E4C77-9303-4F91-ACE2-625CE9897B11}" srcOrd="0" destOrd="0" presId="urn:microsoft.com/office/officeart/2005/8/layout/process5"/>
    <dgm:cxn modelId="{30CAF71C-61FE-423E-822F-785B4C9285A8}" type="presParOf" srcId="{2FE3BEB6-AAD6-45A5-B5BE-5FBE0448DE3D}" destId="{CB35FD30-5DC1-4A31-AEB8-9A31D1B84CA6}" srcOrd="4" destOrd="0" presId="urn:microsoft.com/office/officeart/2005/8/layout/process5"/>
    <dgm:cxn modelId="{DF70333E-6A61-4D49-BCD3-7064CBD13F87}" type="presParOf" srcId="{2FE3BEB6-AAD6-45A5-B5BE-5FBE0448DE3D}" destId="{EA3F8223-AE6C-4B86-B01E-B27D560A059E}" srcOrd="5" destOrd="0" presId="urn:microsoft.com/office/officeart/2005/8/layout/process5"/>
    <dgm:cxn modelId="{10798444-67B6-4038-BA4B-F8A155B7B698}" type="presParOf" srcId="{EA3F8223-AE6C-4B86-B01E-B27D560A059E}" destId="{39BEFA3B-C90D-4BC8-8F52-78B494FACA94}" srcOrd="0" destOrd="0" presId="urn:microsoft.com/office/officeart/2005/8/layout/process5"/>
    <dgm:cxn modelId="{C2B441E2-FAC3-46E4-8BFF-92EAB89AC533}" type="presParOf" srcId="{2FE3BEB6-AAD6-45A5-B5BE-5FBE0448DE3D}" destId="{38D7E126-5D1E-451A-BFA2-FD31FE16841F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6D89CE2-6973-4BB3-9917-1F9635EF8AAC}" type="doc">
      <dgm:prSet loTypeId="urn:microsoft.com/office/officeart/2005/8/layout/bProcess4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A20D30-B156-4205-9D0A-E1FF3BB1C2EF}">
      <dgm:prSet/>
      <dgm:spPr/>
      <dgm:t>
        <a:bodyPr/>
        <a:lstStyle/>
        <a:p>
          <a:r>
            <a:rPr lang="en-US" dirty="0"/>
            <a:t>Get request and artefacts</a:t>
          </a:r>
        </a:p>
      </dgm:t>
    </dgm:pt>
    <dgm:pt modelId="{10943823-378C-4045-8C36-69AA753C9837}" type="parTrans" cxnId="{3D7E9636-9082-436F-995A-DE126BA9BDF9}">
      <dgm:prSet/>
      <dgm:spPr/>
      <dgm:t>
        <a:bodyPr/>
        <a:lstStyle/>
        <a:p>
          <a:endParaRPr lang="en-US"/>
        </a:p>
      </dgm:t>
    </dgm:pt>
    <dgm:pt modelId="{72024401-BCA0-4455-AAA1-3BBDDDAC0F1C}" type="sibTrans" cxnId="{3D7E9636-9082-436F-995A-DE126BA9BDF9}">
      <dgm:prSet/>
      <dgm:spPr/>
      <dgm:t>
        <a:bodyPr/>
        <a:lstStyle/>
        <a:p>
          <a:endParaRPr lang="en-US"/>
        </a:p>
      </dgm:t>
    </dgm:pt>
    <dgm:pt modelId="{58287BC1-1445-4618-AFEF-5BFB9A863B39}">
      <dgm:prSet/>
      <dgm:spPr/>
      <dgm:t>
        <a:bodyPr/>
        <a:lstStyle/>
        <a:p>
          <a:r>
            <a:rPr lang="en-US" dirty="0"/>
            <a:t>Requirement gathering regarding buyer (on spec, budget and Business objectives) </a:t>
          </a:r>
        </a:p>
      </dgm:t>
    </dgm:pt>
    <dgm:pt modelId="{6C9D92B7-1E04-4523-AA33-EF1A0C1F863A}" type="parTrans" cxnId="{CD10FCE5-F867-4A13-8AFF-A1BD80BB9551}">
      <dgm:prSet/>
      <dgm:spPr/>
      <dgm:t>
        <a:bodyPr/>
        <a:lstStyle/>
        <a:p>
          <a:endParaRPr lang="en-US"/>
        </a:p>
      </dgm:t>
    </dgm:pt>
    <dgm:pt modelId="{7F93B194-60F5-43F9-A3D0-FB8C0573DF46}" type="sibTrans" cxnId="{CD10FCE5-F867-4A13-8AFF-A1BD80BB9551}">
      <dgm:prSet/>
      <dgm:spPr/>
      <dgm:t>
        <a:bodyPr/>
        <a:lstStyle/>
        <a:p>
          <a:endParaRPr lang="en-US"/>
        </a:p>
      </dgm:t>
    </dgm:pt>
    <dgm:pt modelId="{95DA7D44-3FB8-4995-9901-0502CA0C7056}">
      <dgm:prSet/>
      <dgm:spPr/>
      <dgm:t>
        <a:bodyPr/>
        <a:lstStyle/>
        <a:p>
          <a:r>
            <a:rPr lang="en-US" dirty="0"/>
            <a:t>Request analysis and proposition of a rough</a:t>
          </a:r>
        </a:p>
      </dgm:t>
    </dgm:pt>
    <dgm:pt modelId="{4C7664E8-0FB7-4565-B35E-930826BB9FB8}" type="parTrans" cxnId="{FC200ACD-7D0E-42BC-B5DD-84F519C403BA}">
      <dgm:prSet/>
      <dgm:spPr/>
      <dgm:t>
        <a:bodyPr/>
        <a:lstStyle/>
        <a:p>
          <a:endParaRPr lang="en-US"/>
        </a:p>
      </dgm:t>
    </dgm:pt>
    <dgm:pt modelId="{146C8E87-EE11-44AB-A42F-05C7033896C2}" type="sibTrans" cxnId="{FC200ACD-7D0E-42BC-B5DD-84F519C403BA}">
      <dgm:prSet/>
      <dgm:spPr/>
      <dgm:t>
        <a:bodyPr/>
        <a:lstStyle/>
        <a:p>
          <a:endParaRPr lang="en-US"/>
        </a:p>
      </dgm:t>
    </dgm:pt>
    <dgm:pt modelId="{93C97642-395C-4C11-97E2-2BF4805645EC}">
      <dgm:prSet/>
      <dgm:spPr/>
      <dgm:t>
        <a:bodyPr/>
        <a:lstStyle/>
        <a:p>
          <a:r>
            <a:rPr lang="en-US" dirty="0"/>
            <a:t>Scoping and pricing (detailed scope , milestones and payment method)</a:t>
          </a:r>
        </a:p>
      </dgm:t>
    </dgm:pt>
    <dgm:pt modelId="{F1BD047A-8173-43CF-A6EE-C034F8DE864E}" type="parTrans" cxnId="{A4798181-DE4E-4D9C-8C7F-8945B283F177}">
      <dgm:prSet/>
      <dgm:spPr/>
      <dgm:t>
        <a:bodyPr/>
        <a:lstStyle/>
        <a:p>
          <a:endParaRPr lang="en-US"/>
        </a:p>
      </dgm:t>
    </dgm:pt>
    <dgm:pt modelId="{DF791595-BF87-4448-9E4E-5355B3BF203E}" type="sibTrans" cxnId="{A4798181-DE4E-4D9C-8C7F-8945B283F177}">
      <dgm:prSet/>
      <dgm:spPr/>
      <dgm:t>
        <a:bodyPr/>
        <a:lstStyle/>
        <a:p>
          <a:endParaRPr lang="en-US"/>
        </a:p>
      </dgm:t>
    </dgm:pt>
    <dgm:pt modelId="{280BB04F-9C1C-46AF-B97F-F1B4FDC555A9}">
      <dgm:prSet/>
      <dgm:spPr/>
      <dgm:t>
        <a:bodyPr/>
        <a:lstStyle/>
        <a:p>
          <a:r>
            <a:rPr lang="en-US" dirty="0"/>
            <a:t>Agreement and NDA and project vignette</a:t>
          </a:r>
        </a:p>
      </dgm:t>
    </dgm:pt>
    <dgm:pt modelId="{B69D0791-949D-4C41-9B5C-2429675EBA08}" type="parTrans" cxnId="{84411F51-82A0-42D4-8B31-B4F2A966762D}">
      <dgm:prSet/>
      <dgm:spPr/>
      <dgm:t>
        <a:bodyPr/>
        <a:lstStyle/>
        <a:p>
          <a:endParaRPr lang="en-US"/>
        </a:p>
      </dgm:t>
    </dgm:pt>
    <dgm:pt modelId="{88FB72AB-09E9-4D69-8508-8DADE1A25BB1}" type="sibTrans" cxnId="{84411F51-82A0-42D4-8B31-B4F2A966762D}">
      <dgm:prSet/>
      <dgm:spPr/>
      <dgm:t>
        <a:bodyPr/>
        <a:lstStyle/>
        <a:p>
          <a:endParaRPr lang="en-US"/>
        </a:p>
      </dgm:t>
    </dgm:pt>
    <dgm:pt modelId="{B964DBFC-29B3-46A6-8EE6-0B53A02C9B7B}">
      <dgm:prSet/>
      <dgm:spPr/>
      <dgm:t>
        <a:bodyPr/>
        <a:lstStyle/>
        <a:p>
          <a:r>
            <a:rPr lang="en-US" dirty="0"/>
            <a:t>Project Kick-Off Meeting</a:t>
          </a:r>
        </a:p>
      </dgm:t>
    </dgm:pt>
    <dgm:pt modelId="{F061DAF3-1A9C-4CE1-AF58-82B4F694D9DE}" type="parTrans" cxnId="{520506B0-17A4-4EA0-AE96-C04FF254589D}">
      <dgm:prSet/>
      <dgm:spPr/>
      <dgm:t>
        <a:bodyPr/>
        <a:lstStyle/>
        <a:p>
          <a:endParaRPr lang="en-US"/>
        </a:p>
      </dgm:t>
    </dgm:pt>
    <dgm:pt modelId="{5C685EC4-77A8-4A62-A76A-CF0FC5E796EA}" type="sibTrans" cxnId="{520506B0-17A4-4EA0-AE96-C04FF254589D}">
      <dgm:prSet/>
      <dgm:spPr/>
      <dgm:t>
        <a:bodyPr/>
        <a:lstStyle/>
        <a:p>
          <a:endParaRPr lang="en-US"/>
        </a:p>
      </dgm:t>
    </dgm:pt>
    <dgm:pt modelId="{942D2499-77DC-430B-A8AD-FDA14CB0F650}" type="pres">
      <dgm:prSet presAssocID="{46D89CE2-6973-4BB3-9917-1F9635EF8AAC}" presName="Name0" presStyleCnt="0">
        <dgm:presLayoutVars>
          <dgm:dir/>
          <dgm:resizeHandles/>
        </dgm:presLayoutVars>
      </dgm:prSet>
      <dgm:spPr/>
    </dgm:pt>
    <dgm:pt modelId="{0CE34612-AB43-4CD6-A25B-7A7952C6BC81}" type="pres">
      <dgm:prSet presAssocID="{86A20D30-B156-4205-9D0A-E1FF3BB1C2EF}" presName="compNode" presStyleCnt="0"/>
      <dgm:spPr/>
    </dgm:pt>
    <dgm:pt modelId="{90D4C7F2-639D-42E7-B67B-7653FEE1374F}" type="pres">
      <dgm:prSet presAssocID="{86A20D30-B156-4205-9D0A-E1FF3BB1C2EF}" presName="dummyConnPt" presStyleCnt="0"/>
      <dgm:spPr/>
    </dgm:pt>
    <dgm:pt modelId="{277570D4-5DD3-4513-8938-91D7DCE96C88}" type="pres">
      <dgm:prSet presAssocID="{86A20D30-B156-4205-9D0A-E1FF3BB1C2EF}" presName="node" presStyleLbl="node1" presStyleIdx="0" presStyleCnt="6" custScaleX="145652">
        <dgm:presLayoutVars>
          <dgm:bulletEnabled val="1"/>
        </dgm:presLayoutVars>
      </dgm:prSet>
      <dgm:spPr/>
    </dgm:pt>
    <dgm:pt modelId="{89A33500-D27E-46E3-BFAA-4214085F16D8}" type="pres">
      <dgm:prSet presAssocID="{72024401-BCA0-4455-AAA1-3BBDDDAC0F1C}" presName="sibTrans" presStyleLbl="bgSibTrans2D1" presStyleIdx="0" presStyleCnt="5"/>
      <dgm:spPr/>
    </dgm:pt>
    <dgm:pt modelId="{B5C87BBE-E29E-45D7-AAA9-5446F7BF5499}" type="pres">
      <dgm:prSet presAssocID="{58287BC1-1445-4618-AFEF-5BFB9A863B39}" presName="compNode" presStyleCnt="0"/>
      <dgm:spPr/>
    </dgm:pt>
    <dgm:pt modelId="{0BA16893-23AF-4063-A7B8-64C5196D117F}" type="pres">
      <dgm:prSet presAssocID="{58287BC1-1445-4618-AFEF-5BFB9A863B39}" presName="dummyConnPt" presStyleCnt="0"/>
      <dgm:spPr/>
    </dgm:pt>
    <dgm:pt modelId="{66E1B113-67E0-4413-BEDA-642DD7BA723A}" type="pres">
      <dgm:prSet presAssocID="{58287BC1-1445-4618-AFEF-5BFB9A863B39}" presName="node" presStyleLbl="node1" presStyleIdx="1" presStyleCnt="6" custScaleX="150856">
        <dgm:presLayoutVars>
          <dgm:bulletEnabled val="1"/>
        </dgm:presLayoutVars>
      </dgm:prSet>
      <dgm:spPr/>
    </dgm:pt>
    <dgm:pt modelId="{DD7453AE-7355-4A9D-AD05-778E170148DB}" type="pres">
      <dgm:prSet presAssocID="{7F93B194-60F5-43F9-A3D0-FB8C0573DF46}" presName="sibTrans" presStyleLbl="bgSibTrans2D1" presStyleIdx="1" presStyleCnt="5"/>
      <dgm:spPr/>
    </dgm:pt>
    <dgm:pt modelId="{1950DC20-1DC0-4061-B5BA-A7F8FC330DD1}" type="pres">
      <dgm:prSet presAssocID="{95DA7D44-3FB8-4995-9901-0502CA0C7056}" presName="compNode" presStyleCnt="0"/>
      <dgm:spPr/>
    </dgm:pt>
    <dgm:pt modelId="{C88C67AA-D3D0-4546-B124-9FD8C86F8291}" type="pres">
      <dgm:prSet presAssocID="{95DA7D44-3FB8-4995-9901-0502CA0C7056}" presName="dummyConnPt" presStyleCnt="0"/>
      <dgm:spPr/>
    </dgm:pt>
    <dgm:pt modelId="{7E53F1DD-ABE4-4A28-A4C2-DF6251B96F03}" type="pres">
      <dgm:prSet presAssocID="{95DA7D44-3FB8-4995-9901-0502CA0C7056}" presName="node" presStyleLbl="node1" presStyleIdx="2" presStyleCnt="6" custScaleX="144078">
        <dgm:presLayoutVars>
          <dgm:bulletEnabled val="1"/>
        </dgm:presLayoutVars>
      </dgm:prSet>
      <dgm:spPr/>
    </dgm:pt>
    <dgm:pt modelId="{D2098002-6A63-4C4B-9C60-8FD96CC6F53F}" type="pres">
      <dgm:prSet presAssocID="{146C8E87-EE11-44AB-A42F-05C7033896C2}" presName="sibTrans" presStyleLbl="bgSibTrans2D1" presStyleIdx="2" presStyleCnt="5"/>
      <dgm:spPr/>
    </dgm:pt>
    <dgm:pt modelId="{9D4423E9-3B49-4256-A864-5278A125797B}" type="pres">
      <dgm:prSet presAssocID="{93C97642-395C-4C11-97E2-2BF4805645EC}" presName="compNode" presStyleCnt="0"/>
      <dgm:spPr/>
    </dgm:pt>
    <dgm:pt modelId="{4116FBA7-AC55-4CC0-BA7F-CAFF0B5665C9}" type="pres">
      <dgm:prSet presAssocID="{93C97642-395C-4C11-97E2-2BF4805645EC}" presName="dummyConnPt" presStyleCnt="0"/>
      <dgm:spPr/>
    </dgm:pt>
    <dgm:pt modelId="{17754AAE-ABD4-4DF6-A86D-C2062E291B5A}" type="pres">
      <dgm:prSet presAssocID="{93C97642-395C-4C11-97E2-2BF4805645EC}" presName="node" presStyleLbl="node1" presStyleIdx="3" presStyleCnt="6" custScaleX="132421">
        <dgm:presLayoutVars>
          <dgm:bulletEnabled val="1"/>
        </dgm:presLayoutVars>
      </dgm:prSet>
      <dgm:spPr/>
    </dgm:pt>
    <dgm:pt modelId="{4E1C3853-2B96-4F04-8803-314D689A2693}" type="pres">
      <dgm:prSet presAssocID="{DF791595-BF87-4448-9E4E-5355B3BF203E}" presName="sibTrans" presStyleLbl="bgSibTrans2D1" presStyleIdx="3" presStyleCnt="5"/>
      <dgm:spPr/>
    </dgm:pt>
    <dgm:pt modelId="{273B5B1F-DFB6-4DD2-AFBC-EB9E7F35EDA5}" type="pres">
      <dgm:prSet presAssocID="{280BB04F-9C1C-46AF-B97F-F1B4FDC555A9}" presName="compNode" presStyleCnt="0"/>
      <dgm:spPr/>
    </dgm:pt>
    <dgm:pt modelId="{F7603C57-56B1-4DEE-AF8C-AC5D6DFEFBB9}" type="pres">
      <dgm:prSet presAssocID="{280BB04F-9C1C-46AF-B97F-F1B4FDC555A9}" presName="dummyConnPt" presStyleCnt="0"/>
      <dgm:spPr/>
    </dgm:pt>
    <dgm:pt modelId="{A2EE7A65-7F9B-4FF1-9245-2DA759A8FDB1}" type="pres">
      <dgm:prSet presAssocID="{280BB04F-9C1C-46AF-B97F-F1B4FDC555A9}" presName="node" presStyleLbl="node1" presStyleIdx="4" presStyleCnt="6" custScaleX="132421">
        <dgm:presLayoutVars>
          <dgm:bulletEnabled val="1"/>
        </dgm:presLayoutVars>
      </dgm:prSet>
      <dgm:spPr/>
    </dgm:pt>
    <dgm:pt modelId="{79C8FB7E-AF04-4BC9-B33E-1617AE8B199E}" type="pres">
      <dgm:prSet presAssocID="{88FB72AB-09E9-4D69-8508-8DADE1A25BB1}" presName="sibTrans" presStyleLbl="bgSibTrans2D1" presStyleIdx="4" presStyleCnt="5"/>
      <dgm:spPr/>
    </dgm:pt>
    <dgm:pt modelId="{14BDCA12-ADE7-4B20-B250-A2E601727BDE}" type="pres">
      <dgm:prSet presAssocID="{B964DBFC-29B3-46A6-8EE6-0B53A02C9B7B}" presName="compNode" presStyleCnt="0"/>
      <dgm:spPr/>
    </dgm:pt>
    <dgm:pt modelId="{500D1529-5AE3-4724-B6EC-15B2335C779D}" type="pres">
      <dgm:prSet presAssocID="{B964DBFC-29B3-46A6-8EE6-0B53A02C9B7B}" presName="dummyConnPt" presStyleCnt="0"/>
      <dgm:spPr/>
    </dgm:pt>
    <dgm:pt modelId="{43705110-817A-46D8-B13A-20E032C8676F}" type="pres">
      <dgm:prSet presAssocID="{B964DBFC-29B3-46A6-8EE6-0B53A02C9B7B}" presName="node" presStyleLbl="node1" presStyleIdx="5" presStyleCnt="6" custScaleX="132421">
        <dgm:presLayoutVars>
          <dgm:bulletEnabled val="1"/>
        </dgm:presLayoutVars>
      </dgm:prSet>
      <dgm:spPr/>
    </dgm:pt>
  </dgm:ptLst>
  <dgm:cxnLst>
    <dgm:cxn modelId="{E216D200-998E-4CFB-9F8C-64D444BD134A}" type="presOf" srcId="{146C8E87-EE11-44AB-A42F-05C7033896C2}" destId="{D2098002-6A63-4C4B-9C60-8FD96CC6F53F}" srcOrd="0" destOrd="0" presId="urn:microsoft.com/office/officeart/2005/8/layout/bProcess4"/>
    <dgm:cxn modelId="{2C938004-E084-4F1C-BAA2-D804FA13C908}" type="presOf" srcId="{72024401-BCA0-4455-AAA1-3BBDDDAC0F1C}" destId="{89A33500-D27E-46E3-BFAA-4214085F16D8}" srcOrd="0" destOrd="0" presId="urn:microsoft.com/office/officeart/2005/8/layout/bProcess4"/>
    <dgm:cxn modelId="{7FCFDE13-5EA3-4F9B-9B44-581E7A75E1AA}" type="presOf" srcId="{93C97642-395C-4C11-97E2-2BF4805645EC}" destId="{17754AAE-ABD4-4DF6-A86D-C2062E291B5A}" srcOrd="0" destOrd="0" presId="urn:microsoft.com/office/officeart/2005/8/layout/bProcess4"/>
    <dgm:cxn modelId="{3D7E9636-9082-436F-995A-DE126BA9BDF9}" srcId="{46D89CE2-6973-4BB3-9917-1F9635EF8AAC}" destId="{86A20D30-B156-4205-9D0A-E1FF3BB1C2EF}" srcOrd="0" destOrd="0" parTransId="{10943823-378C-4045-8C36-69AA753C9837}" sibTransId="{72024401-BCA0-4455-AAA1-3BBDDDAC0F1C}"/>
    <dgm:cxn modelId="{437D9E5B-C2B1-40F8-9344-FC57BAFC0787}" type="presOf" srcId="{95DA7D44-3FB8-4995-9901-0502CA0C7056}" destId="{7E53F1DD-ABE4-4A28-A4C2-DF6251B96F03}" srcOrd="0" destOrd="0" presId="urn:microsoft.com/office/officeart/2005/8/layout/bProcess4"/>
    <dgm:cxn modelId="{A3480061-4F72-4439-8AC2-39E472C65E4D}" type="presOf" srcId="{B964DBFC-29B3-46A6-8EE6-0B53A02C9B7B}" destId="{43705110-817A-46D8-B13A-20E032C8676F}" srcOrd="0" destOrd="0" presId="urn:microsoft.com/office/officeart/2005/8/layout/bProcess4"/>
    <dgm:cxn modelId="{14652843-B4D0-4411-BE45-446A8D02E7D0}" type="presOf" srcId="{46D89CE2-6973-4BB3-9917-1F9635EF8AAC}" destId="{942D2499-77DC-430B-A8AD-FDA14CB0F650}" srcOrd="0" destOrd="0" presId="urn:microsoft.com/office/officeart/2005/8/layout/bProcess4"/>
    <dgm:cxn modelId="{93AAC166-404F-4217-8FF7-7D356AB5E206}" type="presOf" srcId="{7F93B194-60F5-43F9-A3D0-FB8C0573DF46}" destId="{DD7453AE-7355-4A9D-AD05-778E170148DB}" srcOrd="0" destOrd="0" presId="urn:microsoft.com/office/officeart/2005/8/layout/bProcess4"/>
    <dgm:cxn modelId="{84411F51-82A0-42D4-8B31-B4F2A966762D}" srcId="{46D89CE2-6973-4BB3-9917-1F9635EF8AAC}" destId="{280BB04F-9C1C-46AF-B97F-F1B4FDC555A9}" srcOrd="4" destOrd="0" parTransId="{B69D0791-949D-4C41-9B5C-2429675EBA08}" sibTransId="{88FB72AB-09E9-4D69-8508-8DADE1A25BB1}"/>
    <dgm:cxn modelId="{858E5871-4847-4D39-840E-16BB2056DF06}" type="presOf" srcId="{86A20D30-B156-4205-9D0A-E1FF3BB1C2EF}" destId="{277570D4-5DD3-4513-8938-91D7DCE96C88}" srcOrd="0" destOrd="0" presId="urn:microsoft.com/office/officeart/2005/8/layout/bProcess4"/>
    <dgm:cxn modelId="{7379C658-683B-4580-B7FF-25C496FAD9E3}" type="presOf" srcId="{DF791595-BF87-4448-9E4E-5355B3BF203E}" destId="{4E1C3853-2B96-4F04-8803-314D689A2693}" srcOrd="0" destOrd="0" presId="urn:microsoft.com/office/officeart/2005/8/layout/bProcess4"/>
    <dgm:cxn modelId="{3B4E2C80-E2C0-4B39-86B5-084B134A643B}" type="presOf" srcId="{88FB72AB-09E9-4D69-8508-8DADE1A25BB1}" destId="{79C8FB7E-AF04-4BC9-B33E-1617AE8B199E}" srcOrd="0" destOrd="0" presId="urn:microsoft.com/office/officeart/2005/8/layout/bProcess4"/>
    <dgm:cxn modelId="{A4798181-DE4E-4D9C-8C7F-8945B283F177}" srcId="{46D89CE2-6973-4BB3-9917-1F9635EF8AAC}" destId="{93C97642-395C-4C11-97E2-2BF4805645EC}" srcOrd="3" destOrd="0" parTransId="{F1BD047A-8173-43CF-A6EE-C034F8DE864E}" sibTransId="{DF791595-BF87-4448-9E4E-5355B3BF203E}"/>
    <dgm:cxn modelId="{8C5BBF82-76BF-4F7C-8D80-2DBEC6BA9F59}" type="presOf" srcId="{58287BC1-1445-4618-AFEF-5BFB9A863B39}" destId="{66E1B113-67E0-4413-BEDA-642DD7BA723A}" srcOrd="0" destOrd="0" presId="urn:microsoft.com/office/officeart/2005/8/layout/bProcess4"/>
    <dgm:cxn modelId="{520506B0-17A4-4EA0-AE96-C04FF254589D}" srcId="{46D89CE2-6973-4BB3-9917-1F9635EF8AAC}" destId="{B964DBFC-29B3-46A6-8EE6-0B53A02C9B7B}" srcOrd="5" destOrd="0" parTransId="{F061DAF3-1A9C-4CE1-AF58-82B4F694D9DE}" sibTransId="{5C685EC4-77A8-4A62-A76A-CF0FC5E796EA}"/>
    <dgm:cxn modelId="{FC200ACD-7D0E-42BC-B5DD-84F519C403BA}" srcId="{46D89CE2-6973-4BB3-9917-1F9635EF8AAC}" destId="{95DA7D44-3FB8-4995-9901-0502CA0C7056}" srcOrd="2" destOrd="0" parTransId="{4C7664E8-0FB7-4565-B35E-930826BB9FB8}" sibTransId="{146C8E87-EE11-44AB-A42F-05C7033896C2}"/>
    <dgm:cxn modelId="{89C7AEDE-C0CD-4A19-97AA-577DF5648EDE}" type="presOf" srcId="{280BB04F-9C1C-46AF-B97F-F1B4FDC555A9}" destId="{A2EE7A65-7F9B-4FF1-9245-2DA759A8FDB1}" srcOrd="0" destOrd="0" presId="urn:microsoft.com/office/officeart/2005/8/layout/bProcess4"/>
    <dgm:cxn modelId="{CD10FCE5-F867-4A13-8AFF-A1BD80BB9551}" srcId="{46D89CE2-6973-4BB3-9917-1F9635EF8AAC}" destId="{58287BC1-1445-4618-AFEF-5BFB9A863B39}" srcOrd="1" destOrd="0" parTransId="{6C9D92B7-1E04-4523-AA33-EF1A0C1F863A}" sibTransId="{7F93B194-60F5-43F9-A3D0-FB8C0573DF46}"/>
    <dgm:cxn modelId="{F0D75617-0723-430F-80C6-E2F2C732F49B}" type="presParOf" srcId="{942D2499-77DC-430B-A8AD-FDA14CB0F650}" destId="{0CE34612-AB43-4CD6-A25B-7A7952C6BC81}" srcOrd="0" destOrd="0" presId="urn:microsoft.com/office/officeart/2005/8/layout/bProcess4"/>
    <dgm:cxn modelId="{17853DC3-B48C-4D47-94C1-9855C1B2227C}" type="presParOf" srcId="{0CE34612-AB43-4CD6-A25B-7A7952C6BC81}" destId="{90D4C7F2-639D-42E7-B67B-7653FEE1374F}" srcOrd="0" destOrd="0" presId="urn:microsoft.com/office/officeart/2005/8/layout/bProcess4"/>
    <dgm:cxn modelId="{6BECEAD0-F8BE-4F35-814A-D569732E0BCD}" type="presParOf" srcId="{0CE34612-AB43-4CD6-A25B-7A7952C6BC81}" destId="{277570D4-5DD3-4513-8938-91D7DCE96C88}" srcOrd="1" destOrd="0" presId="urn:microsoft.com/office/officeart/2005/8/layout/bProcess4"/>
    <dgm:cxn modelId="{2476618C-EEC5-44FF-800F-715AB29FC9C4}" type="presParOf" srcId="{942D2499-77DC-430B-A8AD-FDA14CB0F650}" destId="{89A33500-D27E-46E3-BFAA-4214085F16D8}" srcOrd="1" destOrd="0" presId="urn:microsoft.com/office/officeart/2005/8/layout/bProcess4"/>
    <dgm:cxn modelId="{724552DA-347E-456F-B998-5DCE4EB60FC5}" type="presParOf" srcId="{942D2499-77DC-430B-A8AD-FDA14CB0F650}" destId="{B5C87BBE-E29E-45D7-AAA9-5446F7BF5499}" srcOrd="2" destOrd="0" presId="urn:microsoft.com/office/officeart/2005/8/layout/bProcess4"/>
    <dgm:cxn modelId="{9180F882-C297-4A6E-B1B1-D0459F32B867}" type="presParOf" srcId="{B5C87BBE-E29E-45D7-AAA9-5446F7BF5499}" destId="{0BA16893-23AF-4063-A7B8-64C5196D117F}" srcOrd="0" destOrd="0" presId="urn:microsoft.com/office/officeart/2005/8/layout/bProcess4"/>
    <dgm:cxn modelId="{1116837B-5BF6-4124-8111-88F89FBD8200}" type="presParOf" srcId="{B5C87BBE-E29E-45D7-AAA9-5446F7BF5499}" destId="{66E1B113-67E0-4413-BEDA-642DD7BA723A}" srcOrd="1" destOrd="0" presId="urn:microsoft.com/office/officeart/2005/8/layout/bProcess4"/>
    <dgm:cxn modelId="{649730F5-D026-4B65-8761-D5422E5558DA}" type="presParOf" srcId="{942D2499-77DC-430B-A8AD-FDA14CB0F650}" destId="{DD7453AE-7355-4A9D-AD05-778E170148DB}" srcOrd="3" destOrd="0" presId="urn:microsoft.com/office/officeart/2005/8/layout/bProcess4"/>
    <dgm:cxn modelId="{C57469C0-504C-4182-87F7-A3C9E59953A0}" type="presParOf" srcId="{942D2499-77DC-430B-A8AD-FDA14CB0F650}" destId="{1950DC20-1DC0-4061-B5BA-A7F8FC330DD1}" srcOrd="4" destOrd="0" presId="urn:microsoft.com/office/officeart/2005/8/layout/bProcess4"/>
    <dgm:cxn modelId="{A64B6EC8-2751-4517-802C-015B5CEDA9C9}" type="presParOf" srcId="{1950DC20-1DC0-4061-B5BA-A7F8FC330DD1}" destId="{C88C67AA-D3D0-4546-B124-9FD8C86F8291}" srcOrd="0" destOrd="0" presId="urn:microsoft.com/office/officeart/2005/8/layout/bProcess4"/>
    <dgm:cxn modelId="{3E74581B-D0C3-44F2-9CDF-77E29D94988C}" type="presParOf" srcId="{1950DC20-1DC0-4061-B5BA-A7F8FC330DD1}" destId="{7E53F1DD-ABE4-4A28-A4C2-DF6251B96F03}" srcOrd="1" destOrd="0" presId="urn:microsoft.com/office/officeart/2005/8/layout/bProcess4"/>
    <dgm:cxn modelId="{35528A1A-DD31-4190-96F2-23244E224696}" type="presParOf" srcId="{942D2499-77DC-430B-A8AD-FDA14CB0F650}" destId="{D2098002-6A63-4C4B-9C60-8FD96CC6F53F}" srcOrd="5" destOrd="0" presId="urn:microsoft.com/office/officeart/2005/8/layout/bProcess4"/>
    <dgm:cxn modelId="{3631EC7D-EF82-42AB-8B08-AE752EB64AD2}" type="presParOf" srcId="{942D2499-77DC-430B-A8AD-FDA14CB0F650}" destId="{9D4423E9-3B49-4256-A864-5278A125797B}" srcOrd="6" destOrd="0" presId="urn:microsoft.com/office/officeart/2005/8/layout/bProcess4"/>
    <dgm:cxn modelId="{1D18A42F-7256-4EBC-BCED-8E079B92155C}" type="presParOf" srcId="{9D4423E9-3B49-4256-A864-5278A125797B}" destId="{4116FBA7-AC55-4CC0-BA7F-CAFF0B5665C9}" srcOrd="0" destOrd="0" presId="urn:microsoft.com/office/officeart/2005/8/layout/bProcess4"/>
    <dgm:cxn modelId="{07812E40-E9A7-4866-8DC3-D4019C67F580}" type="presParOf" srcId="{9D4423E9-3B49-4256-A864-5278A125797B}" destId="{17754AAE-ABD4-4DF6-A86D-C2062E291B5A}" srcOrd="1" destOrd="0" presId="urn:microsoft.com/office/officeart/2005/8/layout/bProcess4"/>
    <dgm:cxn modelId="{74667DCE-0461-4867-9EFE-D87FFB701732}" type="presParOf" srcId="{942D2499-77DC-430B-A8AD-FDA14CB0F650}" destId="{4E1C3853-2B96-4F04-8803-314D689A2693}" srcOrd="7" destOrd="0" presId="urn:microsoft.com/office/officeart/2005/8/layout/bProcess4"/>
    <dgm:cxn modelId="{446863C7-655C-4674-AC7E-D799491C2CE6}" type="presParOf" srcId="{942D2499-77DC-430B-A8AD-FDA14CB0F650}" destId="{273B5B1F-DFB6-4DD2-AFBC-EB9E7F35EDA5}" srcOrd="8" destOrd="0" presId="urn:microsoft.com/office/officeart/2005/8/layout/bProcess4"/>
    <dgm:cxn modelId="{FD6820D2-DDCA-40DC-A7A5-EDD86947ED64}" type="presParOf" srcId="{273B5B1F-DFB6-4DD2-AFBC-EB9E7F35EDA5}" destId="{F7603C57-56B1-4DEE-AF8C-AC5D6DFEFBB9}" srcOrd="0" destOrd="0" presId="urn:microsoft.com/office/officeart/2005/8/layout/bProcess4"/>
    <dgm:cxn modelId="{DF306070-D346-4D18-8D6C-BF8CD2FF3045}" type="presParOf" srcId="{273B5B1F-DFB6-4DD2-AFBC-EB9E7F35EDA5}" destId="{A2EE7A65-7F9B-4FF1-9245-2DA759A8FDB1}" srcOrd="1" destOrd="0" presId="urn:microsoft.com/office/officeart/2005/8/layout/bProcess4"/>
    <dgm:cxn modelId="{836D871A-FF21-4FE3-A52E-3CAF30255771}" type="presParOf" srcId="{942D2499-77DC-430B-A8AD-FDA14CB0F650}" destId="{79C8FB7E-AF04-4BC9-B33E-1617AE8B199E}" srcOrd="9" destOrd="0" presId="urn:microsoft.com/office/officeart/2005/8/layout/bProcess4"/>
    <dgm:cxn modelId="{BB8299CA-713A-46B8-AC27-BCFC9BBD1F38}" type="presParOf" srcId="{942D2499-77DC-430B-A8AD-FDA14CB0F650}" destId="{14BDCA12-ADE7-4B20-B250-A2E601727BDE}" srcOrd="10" destOrd="0" presId="urn:microsoft.com/office/officeart/2005/8/layout/bProcess4"/>
    <dgm:cxn modelId="{9FA549C1-5DF2-406A-8EC6-26D013477D80}" type="presParOf" srcId="{14BDCA12-ADE7-4B20-B250-A2E601727BDE}" destId="{500D1529-5AE3-4724-B6EC-15B2335C779D}" srcOrd="0" destOrd="0" presId="urn:microsoft.com/office/officeart/2005/8/layout/bProcess4"/>
    <dgm:cxn modelId="{DCB8B94D-E1A3-444A-AC56-E0B1657DA38B}" type="presParOf" srcId="{14BDCA12-ADE7-4B20-B250-A2E601727BDE}" destId="{43705110-817A-46D8-B13A-20E032C8676F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6D89CE2-6973-4BB3-9917-1F9635EF8AAC}" type="doc">
      <dgm:prSet loTypeId="urn:microsoft.com/office/officeart/2005/8/layout/process5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6A20D30-B156-4205-9D0A-E1FF3BB1C2EF}">
      <dgm:prSet/>
      <dgm:spPr/>
      <dgm:t>
        <a:bodyPr/>
        <a:lstStyle/>
        <a:p>
          <a:r>
            <a:rPr lang="en-US" dirty="0"/>
            <a:t>Define strategic searching area</a:t>
          </a:r>
        </a:p>
      </dgm:t>
    </dgm:pt>
    <dgm:pt modelId="{10943823-378C-4045-8C36-69AA753C9837}" type="parTrans" cxnId="{3D7E9636-9082-436F-995A-DE126BA9BDF9}">
      <dgm:prSet/>
      <dgm:spPr/>
      <dgm:t>
        <a:bodyPr/>
        <a:lstStyle/>
        <a:p>
          <a:endParaRPr lang="en-US"/>
        </a:p>
      </dgm:t>
    </dgm:pt>
    <dgm:pt modelId="{72024401-BCA0-4455-AAA1-3BBDDDAC0F1C}" type="sibTrans" cxnId="{3D7E9636-9082-436F-995A-DE126BA9BDF9}">
      <dgm:prSet/>
      <dgm:spPr/>
      <dgm:t>
        <a:bodyPr/>
        <a:lstStyle/>
        <a:p>
          <a:endParaRPr lang="en-US"/>
        </a:p>
      </dgm:t>
    </dgm:pt>
    <dgm:pt modelId="{58287BC1-1445-4618-AFEF-5BFB9A863B39}">
      <dgm:prSet/>
      <dgm:spPr/>
      <dgm:t>
        <a:bodyPr/>
        <a:lstStyle/>
        <a:p>
          <a:r>
            <a:rPr lang="en-US" dirty="0"/>
            <a:t>Generate idea</a:t>
          </a:r>
        </a:p>
      </dgm:t>
    </dgm:pt>
    <dgm:pt modelId="{6C9D92B7-1E04-4523-AA33-EF1A0C1F863A}" type="parTrans" cxnId="{CD10FCE5-F867-4A13-8AFF-A1BD80BB9551}">
      <dgm:prSet/>
      <dgm:spPr/>
      <dgm:t>
        <a:bodyPr/>
        <a:lstStyle/>
        <a:p>
          <a:endParaRPr lang="en-US"/>
        </a:p>
      </dgm:t>
    </dgm:pt>
    <dgm:pt modelId="{7F93B194-60F5-43F9-A3D0-FB8C0573DF46}" type="sibTrans" cxnId="{CD10FCE5-F867-4A13-8AFF-A1BD80BB9551}">
      <dgm:prSet/>
      <dgm:spPr/>
      <dgm:t>
        <a:bodyPr/>
        <a:lstStyle/>
        <a:p>
          <a:endParaRPr lang="en-US"/>
        </a:p>
      </dgm:t>
    </dgm:pt>
    <dgm:pt modelId="{B964DBFC-29B3-46A6-8EE6-0B53A02C9B7B}">
      <dgm:prSet/>
      <dgm:spPr/>
      <dgm:t>
        <a:bodyPr/>
        <a:lstStyle/>
        <a:p>
          <a:r>
            <a:rPr lang="en-US" dirty="0"/>
            <a:t>Step6</a:t>
          </a:r>
        </a:p>
      </dgm:t>
    </dgm:pt>
    <dgm:pt modelId="{F061DAF3-1A9C-4CE1-AF58-82B4F694D9DE}" type="parTrans" cxnId="{520506B0-17A4-4EA0-AE96-C04FF254589D}">
      <dgm:prSet/>
      <dgm:spPr/>
      <dgm:t>
        <a:bodyPr/>
        <a:lstStyle/>
        <a:p>
          <a:endParaRPr lang="en-US"/>
        </a:p>
      </dgm:t>
    </dgm:pt>
    <dgm:pt modelId="{5C685EC4-77A8-4A62-A76A-CF0FC5E796EA}" type="sibTrans" cxnId="{520506B0-17A4-4EA0-AE96-C04FF254589D}">
      <dgm:prSet/>
      <dgm:spPr/>
      <dgm:t>
        <a:bodyPr/>
        <a:lstStyle/>
        <a:p>
          <a:endParaRPr lang="en-US"/>
        </a:p>
      </dgm:t>
    </dgm:pt>
    <dgm:pt modelId="{B07F04C2-64F2-46BA-839B-A8062C03058F}">
      <dgm:prSet/>
      <dgm:spPr/>
      <dgm:t>
        <a:bodyPr/>
        <a:lstStyle/>
        <a:p>
          <a:r>
            <a:rPr lang="en-US" dirty="0"/>
            <a:t>Create project vignette</a:t>
          </a:r>
        </a:p>
      </dgm:t>
    </dgm:pt>
    <dgm:pt modelId="{BC7A84D1-FF6C-4AD5-98BB-3B605DC8E8C7}" type="parTrans" cxnId="{F8620210-AC25-4877-A71A-F0708A499B81}">
      <dgm:prSet/>
      <dgm:spPr/>
      <dgm:t>
        <a:bodyPr/>
        <a:lstStyle/>
        <a:p>
          <a:endParaRPr lang="en-US"/>
        </a:p>
      </dgm:t>
    </dgm:pt>
    <dgm:pt modelId="{9689897A-A08C-4D69-B441-2620E678C02F}" type="sibTrans" cxnId="{F8620210-AC25-4877-A71A-F0708A499B81}">
      <dgm:prSet/>
      <dgm:spPr/>
      <dgm:t>
        <a:bodyPr/>
        <a:lstStyle/>
        <a:p>
          <a:endParaRPr lang="en-US"/>
        </a:p>
      </dgm:t>
    </dgm:pt>
    <dgm:pt modelId="{A78A3065-5134-484C-AF45-C7B856DC78F5}">
      <dgm:prSet/>
      <dgm:spPr/>
      <dgm:t>
        <a:bodyPr/>
        <a:lstStyle/>
        <a:p>
          <a:r>
            <a:rPr lang="en-US" dirty="0"/>
            <a:t>Advocacy and screening</a:t>
          </a:r>
        </a:p>
      </dgm:t>
    </dgm:pt>
    <dgm:pt modelId="{79BE2DAD-ACE8-4192-B037-CB17C2DBE70A}" type="parTrans" cxnId="{66EF89BE-7BA0-4099-A5E7-2012D079C550}">
      <dgm:prSet/>
      <dgm:spPr/>
      <dgm:t>
        <a:bodyPr/>
        <a:lstStyle/>
        <a:p>
          <a:endParaRPr lang="en-US"/>
        </a:p>
      </dgm:t>
    </dgm:pt>
    <dgm:pt modelId="{C12BFBDB-C435-4F12-8545-C18A9F7373ED}" type="sibTrans" cxnId="{66EF89BE-7BA0-4099-A5E7-2012D079C550}">
      <dgm:prSet/>
      <dgm:spPr/>
      <dgm:t>
        <a:bodyPr/>
        <a:lstStyle/>
        <a:p>
          <a:endParaRPr lang="en-US"/>
        </a:p>
      </dgm:t>
    </dgm:pt>
    <dgm:pt modelId="{F7D50A29-8A26-42DC-BF3E-5C5ECCD4B3AF}">
      <dgm:prSet/>
      <dgm:spPr/>
      <dgm:t>
        <a:bodyPr/>
        <a:lstStyle/>
        <a:p>
          <a:r>
            <a:rPr lang="en-US" dirty="0"/>
            <a:t>Conceptualize the idea</a:t>
          </a:r>
        </a:p>
      </dgm:t>
    </dgm:pt>
    <dgm:pt modelId="{FB72FFE9-8B06-4AA5-9D4E-8B490C3C4E44}" type="parTrans" cxnId="{94030525-342F-4A0C-AF6F-9A3D6C5AB833}">
      <dgm:prSet/>
      <dgm:spPr/>
      <dgm:t>
        <a:bodyPr/>
        <a:lstStyle/>
        <a:p>
          <a:endParaRPr lang="en-US"/>
        </a:p>
      </dgm:t>
    </dgm:pt>
    <dgm:pt modelId="{FB0458BF-0440-45E5-9EC4-6B6622C4084C}" type="sibTrans" cxnId="{94030525-342F-4A0C-AF6F-9A3D6C5AB833}">
      <dgm:prSet/>
      <dgm:spPr/>
      <dgm:t>
        <a:bodyPr/>
        <a:lstStyle/>
        <a:p>
          <a:endParaRPr lang="en-US"/>
        </a:p>
      </dgm:t>
    </dgm:pt>
    <dgm:pt modelId="{8DB54320-6B9C-41F9-AAA8-2D24F2CAB3A5}">
      <dgm:prSet/>
      <dgm:spPr/>
      <dgm:t>
        <a:bodyPr/>
        <a:lstStyle/>
        <a:p>
          <a:r>
            <a:rPr lang="en-US" dirty="0"/>
            <a:t>Analyze feasibility, desirability, viability</a:t>
          </a:r>
        </a:p>
      </dgm:t>
    </dgm:pt>
    <dgm:pt modelId="{F537F65C-6CEF-4EA9-BBA3-F39830F97A90}" type="parTrans" cxnId="{29886194-2DE4-4E91-AA4C-6EFD3AD47D72}">
      <dgm:prSet/>
      <dgm:spPr/>
      <dgm:t>
        <a:bodyPr/>
        <a:lstStyle/>
        <a:p>
          <a:endParaRPr lang="en-US"/>
        </a:p>
      </dgm:t>
    </dgm:pt>
    <dgm:pt modelId="{DB5432A4-E6C6-4147-99EA-F5990BF2A39B}" type="sibTrans" cxnId="{29886194-2DE4-4E91-AA4C-6EFD3AD47D72}">
      <dgm:prSet/>
      <dgm:spPr/>
      <dgm:t>
        <a:bodyPr/>
        <a:lstStyle/>
        <a:p>
          <a:endParaRPr lang="en-US"/>
        </a:p>
      </dgm:t>
    </dgm:pt>
    <dgm:pt modelId="{E9D60D4C-995D-47E8-A303-4B7E46B5FF5B}" type="pres">
      <dgm:prSet presAssocID="{46D89CE2-6973-4BB3-9917-1F9635EF8AAC}" presName="diagram" presStyleCnt="0">
        <dgm:presLayoutVars>
          <dgm:dir/>
          <dgm:resizeHandles val="exact"/>
        </dgm:presLayoutVars>
      </dgm:prSet>
      <dgm:spPr/>
    </dgm:pt>
    <dgm:pt modelId="{B965C13E-61BC-4BA2-B570-31E6D49CDAC9}" type="pres">
      <dgm:prSet presAssocID="{86A20D30-B156-4205-9D0A-E1FF3BB1C2EF}" presName="node" presStyleLbl="node1" presStyleIdx="0" presStyleCnt="6">
        <dgm:presLayoutVars>
          <dgm:bulletEnabled val="1"/>
        </dgm:presLayoutVars>
      </dgm:prSet>
      <dgm:spPr/>
    </dgm:pt>
    <dgm:pt modelId="{B433040C-93CF-4CDF-A72A-ECCE09A1EE26}" type="pres">
      <dgm:prSet presAssocID="{72024401-BCA0-4455-AAA1-3BBDDDAC0F1C}" presName="sibTrans" presStyleLbl="sibTrans2D1" presStyleIdx="0" presStyleCnt="5"/>
      <dgm:spPr/>
    </dgm:pt>
    <dgm:pt modelId="{57E9E4A4-9652-4466-B822-FD1424B0F047}" type="pres">
      <dgm:prSet presAssocID="{72024401-BCA0-4455-AAA1-3BBDDDAC0F1C}" presName="connectorText" presStyleLbl="sibTrans2D1" presStyleIdx="0" presStyleCnt="5"/>
      <dgm:spPr/>
    </dgm:pt>
    <dgm:pt modelId="{D1B18C24-F98C-4BC9-B4C4-351A0E131BBF}" type="pres">
      <dgm:prSet presAssocID="{58287BC1-1445-4618-AFEF-5BFB9A863B39}" presName="node" presStyleLbl="node1" presStyleIdx="1" presStyleCnt="6">
        <dgm:presLayoutVars>
          <dgm:bulletEnabled val="1"/>
        </dgm:presLayoutVars>
      </dgm:prSet>
      <dgm:spPr/>
    </dgm:pt>
    <dgm:pt modelId="{902FD398-3530-42EA-810F-67F44CBBA289}" type="pres">
      <dgm:prSet presAssocID="{7F93B194-60F5-43F9-A3D0-FB8C0573DF46}" presName="sibTrans" presStyleLbl="sibTrans2D1" presStyleIdx="1" presStyleCnt="5"/>
      <dgm:spPr/>
    </dgm:pt>
    <dgm:pt modelId="{9847C29B-5740-4653-BE27-02460166D136}" type="pres">
      <dgm:prSet presAssocID="{7F93B194-60F5-43F9-A3D0-FB8C0573DF46}" presName="connectorText" presStyleLbl="sibTrans2D1" presStyleIdx="1" presStyleCnt="5"/>
      <dgm:spPr/>
    </dgm:pt>
    <dgm:pt modelId="{62B32ECC-375F-4555-B018-CC8AD0185064}" type="pres">
      <dgm:prSet presAssocID="{F7D50A29-8A26-42DC-BF3E-5C5ECCD4B3AF}" presName="node" presStyleLbl="node1" presStyleIdx="2" presStyleCnt="6">
        <dgm:presLayoutVars>
          <dgm:bulletEnabled val="1"/>
        </dgm:presLayoutVars>
      </dgm:prSet>
      <dgm:spPr/>
    </dgm:pt>
    <dgm:pt modelId="{D954CEDB-930B-4B9E-8EDC-D8343349552A}" type="pres">
      <dgm:prSet presAssocID="{FB0458BF-0440-45E5-9EC4-6B6622C4084C}" presName="sibTrans" presStyleLbl="sibTrans2D1" presStyleIdx="2" presStyleCnt="5"/>
      <dgm:spPr/>
    </dgm:pt>
    <dgm:pt modelId="{CD813637-91B5-4966-B5A3-4B4CB9543F54}" type="pres">
      <dgm:prSet presAssocID="{FB0458BF-0440-45E5-9EC4-6B6622C4084C}" presName="connectorText" presStyleLbl="sibTrans2D1" presStyleIdx="2" presStyleCnt="5"/>
      <dgm:spPr/>
    </dgm:pt>
    <dgm:pt modelId="{8FCF5025-EC86-44AB-A082-DC7AB982E7B4}" type="pres">
      <dgm:prSet presAssocID="{A78A3065-5134-484C-AF45-C7B856DC78F5}" presName="node" presStyleLbl="node1" presStyleIdx="3" presStyleCnt="6">
        <dgm:presLayoutVars>
          <dgm:bulletEnabled val="1"/>
        </dgm:presLayoutVars>
      </dgm:prSet>
      <dgm:spPr/>
    </dgm:pt>
    <dgm:pt modelId="{FF76687D-C3F5-4B48-BBE8-1167C720638B}" type="pres">
      <dgm:prSet presAssocID="{C12BFBDB-C435-4F12-8545-C18A9F7373ED}" presName="sibTrans" presStyleLbl="sibTrans2D1" presStyleIdx="3" presStyleCnt="5"/>
      <dgm:spPr/>
    </dgm:pt>
    <dgm:pt modelId="{90E21BDB-FEDA-4F71-B4C8-41A9805B1557}" type="pres">
      <dgm:prSet presAssocID="{C12BFBDB-C435-4F12-8545-C18A9F7373ED}" presName="connectorText" presStyleLbl="sibTrans2D1" presStyleIdx="3" presStyleCnt="5"/>
      <dgm:spPr/>
    </dgm:pt>
    <dgm:pt modelId="{1265410D-0517-4049-A201-42B9ADBD67CA}" type="pres">
      <dgm:prSet presAssocID="{8DB54320-6B9C-41F9-AAA8-2D24F2CAB3A5}" presName="node" presStyleLbl="node1" presStyleIdx="4" presStyleCnt="6">
        <dgm:presLayoutVars>
          <dgm:bulletEnabled val="1"/>
        </dgm:presLayoutVars>
      </dgm:prSet>
      <dgm:spPr/>
    </dgm:pt>
    <dgm:pt modelId="{A7102E4E-09C4-4A07-8AD9-E55092DFA18C}" type="pres">
      <dgm:prSet presAssocID="{DB5432A4-E6C6-4147-99EA-F5990BF2A39B}" presName="sibTrans" presStyleLbl="sibTrans2D1" presStyleIdx="4" presStyleCnt="5"/>
      <dgm:spPr/>
    </dgm:pt>
    <dgm:pt modelId="{E72F8887-8B78-4F1B-8A60-AA8DA0A26018}" type="pres">
      <dgm:prSet presAssocID="{DB5432A4-E6C6-4147-99EA-F5990BF2A39B}" presName="connectorText" presStyleLbl="sibTrans2D1" presStyleIdx="4" presStyleCnt="5"/>
      <dgm:spPr/>
    </dgm:pt>
    <dgm:pt modelId="{03A8C0F6-41D2-4214-9E39-E243F43214B9}" type="pres">
      <dgm:prSet presAssocID="{B964DBFC-29B3-46A6-8EE6-0B53A02C9B7B}" presName="node" presStyleLbl="node1" presStyleIdx="5" presStyleCnt="6">
        <dgm:presLayoutVars>
          <dgm:bulletEnabled val="1"/>
        </dgm:presLayoutVars>
      </dgm:prSet>
      <dgm:spPr/>
    </dgm:pt>
  </dgm:ptLst>
  <dgm:cxnLst>
    <dgm:cxn modelId="{9FF7F709-A3EE-40B6-B525-99567029B5E0}" type="presOf" srcId="{46D89CE2-6973-4BB3-9917-1F9635EF8AAC}" destId="{E9D60D4C-995D-47E8-A303-4B7E46B5FF5B}" srcOrd="0" destOrd="0" presId="urn:microsoft.com/office/officeart/2005/8/layout/process5"/>
    <dgm:cxn modelId="{F8620210-AC25-4877-A71A-F0708A499B81}" srcId="{B964DBFC-29B3-46A6-8EE6-0B53A02C9B7B}" destId="{B07F04C2-64F2-46BA-839B-A8062C03058F}" srcOrd="0" destOrd="0" parTransId="{BC7A84D1-FF6C-4AD5-98BB-3B605DC8E8C7}" sibTransId="{9689897A-A08C-4D69-B441-2620E678C02F}"/>
    <dgm:cxn modelId="{9FE38B19-84C5-4426-BAF9-694828631A4E}" type="presOf" srcId="{58287BC1-1445-4618-AFEF-5BFB9A863B39}" destId="{D1B18C24-F98C-4BC9-B4C4-351A0E131BBF}" srcOrd="0" destOrd="0" presId="urn:microsoft.com/office/officeart/2005/8/layout/process5"/>
    <dgm:cxn modelId="{94030525-342F-4A0C-AF6F-9A3D6C5AB833}" srcId="{46D89CE2-6973-4BB3-9917-1F9635EF8AAC}" destId="{F7D50A29-8A26-42DC-BF3E-5C5ECCD4B3AF}" srcOrd="2" destOrd="0" parTransId="{FB72FFE9-8B06-4AA5-9D4E-8B490C3C4E44}" sibTransId="{FB0458BF-0440-45E5-9EC4-6B6622C4084C}"/>
    <dgm:cxn modelId="{962DD130-EA18-4A7A-9AD4-CB189AB380FE}" type="presOf" srcId="{B07F04C2-64F2-46BA-839B-A8062C03058F}" destId="{03A8C0F6-41D2-4214-9E39-E243F43214B9}" srcOrd="0" destOrd="1" presId="urn:microsoft.com/office/officeart/2005/8/layout/process5"/>
    <dgm:cxn modelId="{3D7E9636-9082-436F-995A-DE126BA9BDF9}" srcId="{46D89CE2-6973-4BB3-9917-1F9635EF8AAC}" destId="{86A20D30-B156-4205-9D0A-E1FF3BB1C2EF}" srcOrd="0" destOrd="0" parTransId="{10943823-378C-4045-8C36-69AA753C9837}" sibTransId="{72024401-BCA0-4455-AAA1-3BBDDDAC0F1C}"/>
    <dgm:cxn modelId="{03E2AB3E-F19A-434D-9CA9-E89D0997A44D}" type="presOf" srcId="{C12BFBDB-C435-4F12-8545-C18A9F7373ED}" destId="{90E21BDB-FEDA-4F71-B4C8-41A9805B1557}" srcOrd="1" destOrd="0" presId="urn:microsoft.com/office/officeart/2005/8/layout/process5"/>
    <dgm:cxn modelId="{E8651D3F-B56F-4640-B40B-30CA8ACB3FC4}" type="presOf" srcId="{FB0458BF-0440-45E5-9EC4-6B6622C4084C}" destId="{CD813637-91B5-4966-B5A3-4B4CB9543F54}" srcOrd="1" destOrd="0" presId="urn:microsoft.com/office/officeart/2005/8/layout/process5"/>
    <dgm:cxn modelId="{8B3D165C-37FD-4E4A-9D58-FB5C938A882B}" type="presOf" srcId="{B964DBFC-29B3-46A6-8EE6-0B53A02C9B7B}" destId="{03A8C0F6-41D2-4214-9E39-E243F43214B9}" srcOrd="0" destOrd="0" presId="urn:microsoft.com/office/officeart/2005/8/layout/process5"/>
    <dgm:cxn modelId="{86E22763-451C-4B30-BDCE-40900B52A433}" type="presOf" srcId="{72024401-BCA0-4455-AAA1-3BBDDDAC0F1C}" destId="{B433040C-93CF-4CDF-A72A-ECCE09A1EE26}" srcOrd="0" destOrd="0" presId="urn:microsoft.com/office/officeart/2005/8/layout/process5"/>
    <dgm:cxn modelId="{591AEC67-8C63-4E07-A0F7-A98CE8097568}" type="presOf" srcId="{C12BFBDB-C435-4F12-8545-C18A9F7373ED}" destId="{FF76687D-C3F5-4B48-BBE8-1167C720638B}" srcOrd="0" destOrd="0" presId="urn:microsoft.com/office/officeart/2005/8/layout/process5"/>
    <dgm:cxn modelId="{F374A271-5427-4FF4-84E5-FB53981089FD}" type="presOf" srcId="{F7D50A29-8A26-42DC-BF3E-5C5ECCD4B3AF}" destId="{62B32ECC-375F-4555-B018-CC8AD0185064}" srcOrd="0" destOrd="0" presId="urn:microsoft.com/office/officeart/2005/8/layout/process5"/>
    <dgm:cxn modelId="{0A73EB72-517A-4E6E-8B0C-DA38F4774BC5}" type="presOf" srcId="{DB5432A4-E6C6-4147-99EA-F5990BF2A39B}" destId="{A7102E4E-09C4-4A07-8AD9-E55092DFA18C}" srcOrd="0" destOrd="0" presId="urn:microsoft.com/office/officeart/2005/8/layout/process5"/>
    <dgm:cxn modelId="{32452487-1594-49B7-AC2E-8015D35CD02D}" type="presOf" srcId="{7F93B194-60F5-43F9-A3D0-FB8C0573DF46}" destId="{902FD398-3530-42EA-810F-67F44CBBA289}" srcOrd="0" destOrd="0" presId="urn:microsoft.com/office/officeart/2005/8/layout/process5"/>
    <dgm:cxn modelId="{7F42AC90-49EC-4B8A-AB4A-A9C406480029}" type="presOf" srcId="{FB0458BF-0440-45E5-9EC4-6B6622C4084C}" destId="{D954CEDB-930B-4B9E-8EDC-D8343349552A}" srcOrd="0" destOrd="0" presId="urn:microsoft.com/office/officeart/2005/8/layout/process5"/>
    <dgm:cxn modelId="{29886194-2DE4-4E91-AA4C-6EFD3AD47D72}" srcId="{46D89CE2-6973-4BB3-9917-1F9635EF8AAC}" destId="{8DB54320-6B9C-41F9-AAA8-2D24F2CAB3A5}" srcOrd="4" destOrd="0" parTransId="{F537F65C-6CEF-4EA9-BBA3-F39830F97A90}" sibTransId="{DB5432A4-E6C6-4147-99EA-F5990BF2A39B}"/>
    <dgm:cxn modelId="{520506B0-17A4-4EA0-AE96-C04FF254589D}" srcId="{46D89CE2-6973-4BB3-9917-1F9635EF8AAC}" destId="{B964DBFC-29B3-46A6-8EE6-0B53A02C9B7B}" srcOrd="5" destOrd="0" parTransId="{F061DAF3-1A9C-4CE1-AF58-82B4F694D9DE}" sibTransId="{5C685EC4-77A8-4A62-A76A-CF0FC5E796EA}"/>
    <dgm:cxn modelId="{66EF89BE-7BA0-4099-A5E7-2012D079C550}" srcId="{46D89CE2-6973-4BB3-9917-1F9635EF8AAC}" destId="{A78A3065-5134-484C-AF45-C7B856DC78F5}" srcOrd="3" destOrd="0" parTransId="{79BE2DAD-ACE8-4192-B037-CB17C2DBE70A}" sibTransId="{C12BFBDB-C435-4F12-8545-C18A9F7373ED}"/>
    <dgm:cxn modelId="{A3131BD4-D70C-4ED7-8C1C-B3C0DF0838A0}" type="presOf" srcId="{72024401-BCA0-4455-AAA1-3BBDDDAC0F1C}" destId="{57E9E4A4-9652-4466-B822-FD1424B0F047}" srcOrd="1" destOrd="0" presId="urn:microsoft.com/office/officeart/2005/8/layout/process5"/>
    <dgm:cxn modelId="{1323E9D4-4EF0-48D8-8D12-1367293B4F2C}" type="presOf" srcId="{8DB54320-6B9C-41F9-AAA8-2D24F2CAB3A5}" destId="{1265410D-0517-4049-A201-42B9ADBD67CA}" srcOrd="0" destOrd="0" presId="urn:microsoft.com/office/officeart/2005/8/layout/process5"/>
    <dgm:cxn modelId="{2460D0E1-8AD5-41A8-8704-DFAF263585D4}" type="presOf" srcId="{A78A3065-5134-484C-AF45-C7B856DC78F5}" destId="{8FCF5025-EC86-44AB-A082-DC7AB982E7B4}" srcOrd="0" destOrd="0" presId="urn:microsoft.com/office/officeart/2005/8/layout/process5"/>
    <dgm:cxn modelId="{CC3A8BE3-06D7-42AB-AD1E-E303A2F8DA0E}" type="presOf" srcId="{DB5432A4-E6C6-4147-99EA-F5990BF2A39B}" destId="{E72F8887-8B78-4F1B-8A60-AA8DA0A26018}" srcOrd="1" destOrd="0" presId="urn:microsoft.com/office/officeart/2005/8/layout/process5"/>
    <dgm:cxn modelId="{CD10FCE5-F867-4A13-8AFF-A1BD80BB9551}" srcId="{46D89CE2-6973-4BB3-9917-1F9635EF8AAC}" destId="{58287BC1-1445-4618-AFEF-5BFB9A863B39}" srcOrd="1" destOrd="0" parTransId="{6C9D92B7-1E04-4523-AA33-EF1A0C1F863A}" sibTransId="{7F93B194-60F5-43F9-A3D0-FB8C0573DF46}"/>
    <dgm:cxn modelId="{BBEA7AEC-11A6-434E-86DB-B4D690874F1D}" type="presOf" srcId="{86A20D30-B156-4205-9D0A-E1FF3BB1C2EF}" destId="{B965C13E-61BC-4BA2-B570-31E6D49CDAC9}" srcOrd="0" destOrd="0" presId="urn:microsoft.com/office/officeart/2005/8/layout/process5"/>
    <dgm:cxn modelId="{C8DC65FB-A968-4580-A678-D5E272E601A3}" type="presOf" srcId="{7F93B194-60F5-43F9-A3D0-FB8C0573DF46}" destId="{9847C29B-5740-4653-BE27-02460166D136}" srcOrd="1" destOrd="0" presId="urn:microsoft.com/office/officeart/2005/8/layout/process5"/>
    <dgm:cxn modelId="{C8EC0CD7-D064-4FD4-A3C5-3ACDC9717A0F}" type="presParOf" srcId="{E9D60D4C-995D-47E8-A303-4B7E46B5FF5B}" destId="{B965C13E-61BC-4BA2-B570-31E6D49CDAC9}" srcOrd="0" destOrd="0" presId="urn:microsoft.com/office/officeart/2005/8/layout/process5"/>
    <dgm:cxn modelId="{80824E69-DB78-4856-85B7-866E1720DF25}" type="presParOf" srcId="{E9D60D4C-995D-47E8-A303-4B7E46B5FF5B}" destId="{B433040C-93CF-4CDF-A72A-ECCE09A1EE26}" srcOrd="1" destOrd="0" presId="urn:microsoft.com/office/officeart/2005/8/layout/process5"/>
    <dgm:cxn modelId="{C1E48367-9068-44CA-8A8D-7A2A5BC9DBA6}" type="presParOf" srcId="{B433040C-93CF-4CDF-A72A-ECCE09A1EE26}" destId="{57E9E4A4-9652-4466-B822-FD1424B0F047}" srcOrd="0" destOrd="0" presId="urn:microsoft.com/office/officeart/2005/8/layout/process5"/>
    <dgm:cxn modelId="{7369471C-243B-4825-9B90-60F82AAD2EA3}" type="presParOf" srcId="{E9D60D4C-995D-47E8-A303-4B7E46B5FF5B}" destId="{D1B18C24-F98C-4BC9-B4C4-351A0E131BBF}" srcOrd="2" destOrd="0" presId="urn:microsoft.com/office/officeart/2005/8/layout/process5"/>
    <dgm:cxn modelId="{6B854B2D-FE74-4E8A-BA8D-9A5C15E7B294}" type="presParOf" srcId="{E9D60D4C-995D-47E8-A303-4B7E46B5FF5B}" destId="{902FD398-3530-42EA-810F-67F44CBBA289}" srcOrd="3" destOrd="0" presId="urn:microsoft.com/office/officeart/2005/8/layout/process5"/>
    <dgm:cxn modelId="{CC113234-2288-4068-8667-BE7FB2174C3A}" type="presParOf" srcId="{902FD398-3530-42EA-810F-67F44CBBA289}" destId="{9847C29B-5740-4653-BE27-02460166D136}" srcOrd="0" destOrd="0" presId="urn:microsoft.com/office/officeart/2005/8/layout/process5"/>
    <dgm:cxn modelId="{001AD74F-4FED-48CD-AFEF-C3FA65CA41DE}" type="presParOf" srcId="{E9D60D4C-995D-47E8-A303-4B7E46B5FF5B}" destId="{62B32ECC-375F-4555-B018-CC8AD0185064}" srcOrd="4" destOrd="0" presId="urn:microsoft.com/office/officeart/2005/8/layout/process5"/>
    <dgm:cxn modelId="{AE1A3320-1959-4D76-B5C6-9698EFB765BF}" type="presParOf" srcId="{E9D60D4C-995D-47E8-A303-4B7E46B5FF5B}" destId="{D954CEDB-930B-4B9E-8EDC-D8343349552A}" srcOrd="5" destOrd="0" presId="urn:microsoft.com/office/officeart/2005/8/layout/process5"/>
    <dgm:cxn modelId="{FBB379C5-F65A-4717-8890-0E0B9CA8FAEF}" type="presParOf" srcId="{D954CEDB-930B-4B9E-8EDC-D8343349552A}" destId="{CD813637-91B5-4966-B5A3-4B4CB9543F54}" srcOrd="0" destOrd="0" presId="urn:microsoft.com/office/officeart/2005/8/layout/process5"/>
    <dgm:cxn modelId="{FDA5A828-8708-42C1-9217-10E8F1AC2D48}" type="presParOf" srcId="{E9D60D4C-995D-47E8-A303-4B7E46B5FF5B}" destId="{8FCF5025-EC86-44AB-A082-DC7AB982E7B4}" srcOrd="6" destOrd="0" presId="urn:microsoft.com/office/officeart/2005/8/layout/process5"/>
    <dgm:cxn modelId="{E2428BB1-4C4A-46A1-B2D0-149107ECF6DD}" type="presParOf" srcId="{E9D60D4C-995D-47E8-A303-4B7E46B5FF5B}" destId="{FF76687D-C3F5-4B48-BBE8-1167C720638B}" srcOrd="7" destOrd="0" presId="urn:microsoft.com/office/officeart/2005/8/layout/process5"/>
    <dgm:cxn modelId="{E8352CBB-CD0F-42FD-9679-1FCD78D81FE3}" type="presParOf" srcId="{FF76687D-C3F5-4B48-BBE8-1167C720638B}" destId="{90E21BDB-FEDA-4F71-B4C8-41A9805B1557}" srcOrd="0" destOrd="0" presId="urn:microsoft.com/office/officeart/2005/8/layout/process5"/>
    <dgm:cxn modelId="{CAE7FC49-1A2D-49EE-9B4D-5172E351C045}" type="presParOf" srcId="{E9D60D4C-995D-47E8-A303-4B7E46B5FF5B}" destId="{1265410D-0517-4049-A201-42B9ADBD67CA}" srcOrd="8" destOrd="0" presId="urn:microsoft.com/office/officeart/2005/8/layout/process5"/>
    <dgm:cxn modelId="{E7EC0BE4-24E2-483B-9BED-4C8FE39B5A08}" type="presParOf" srcId="{E9D60D4C-995D-47E8-A303-4B7E46B5FF5B}" destId="{A7102E4E-09C4-4A07-8AD9-E55092DFA18C}" srcOrd="9" destOrd="0" presId="urn:microsoft.com/office/officeart/2005/8/layout/process5"/>
    <dgm:cxn modelId="{22DA4A08-06D5-47D3-9699-8BA6FF840B4A}" type="presParOf" srcId="{A7102E4E-09C4-4A07-8AD9-E55092DFA18C}" destId="{E72F8887-8B78-4F1B-8A60-AA8DA0A26018}" srcOrd="0" destOrd="0" presId="urn:microsoft.com/office/officeart/2005/8/layout/process5"/>
    <dgm:cxn modelId="{3ECD1824-418E-4CF3-A379-EF4EE956EFF8}" type="presParOf" srcId="{E9D60D4C-995D-47E8-A303-4B7E46B5FF5B}" destId="{03A8C0F6-41D2-4214-9E39-E243F43214B9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5AECE0A-C3CC-4EC2-914A-7C53F89F4B9F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555A112-5938-45C5-AF9D-092CAF5FE37D}">
      <dgm:prSet phldrT="[Text]"/>
      <dgm:spPr/>
      <dgm:t>
        <a:bodyPr/>
        <a:lstStyle/>
        <a:p>
          <a:r>
            <a:rPr lang="en-US" dirty="0"/>
            <a:t>Plan</a:t>
          </a:r>
        </a:p>
      </dgm:t>
    </dgm:pt>
    <dgm:pt modelId="{B8B1E764-5862-4AC8-89D5-33B09D920F21}" type="parTrans" cxnId="{F0830036-0DAA-4ED6-B3FC-C91305CD18EF}">
      <dgm:prSet/>
      <dgm:spPr/>
      <dgm:t>
        <a:bodyPr/>
        <a:lstStyle/>
        <a:p>
          <a:endParaRPr lang="en-US"/>
        </a:p>
      </dgm:t>
    </dgm:pt>
    <dgm:pt modelId="{363C5A08-832E-47D3-A4AE-8D4331A690C6}" type="sibTrans" cxnId="{F0830036-0DAA-4ED6-B3FC-C91305CD18EF}">
      <dgm:prSet/>
      <dgm:spPr/>
      <dgm:t>
        <a:bodyPr/>
        <a:lstStyle/>
        <a:p>
          <a:endParaRPr lang="en-US"/>
        </a:p>
      </dgm:t>
    </dgm:pt>
    <dgm:pt modelId="{042F7482-6E37-48AD-B447-D84BC19E0BC2}">
      <dgm:prSet phldrT="[Text]"/>
      <dgm:spPr/>
      <dgm:t>
        <a:bodyPr/>
        <a:lstStyle/>
        <a:p>
          <a:r>
            <a:rPr lang="en-US" dirty="0"/>
            <a:t>Inform Customer</a:t>
          </a:r>
        </a:p>
      </dgm:t>
    </dgm:pt>
    <dgm:pt modelId="{50670853-CC34-46FB-94D9-AFFC6068DF4C}" type="parTrans" cxnId="{E428B3A3-F2D1-4A6D-8880-3B0077617CE0}">
      <dgm:prSet/>
      <dgm:spPr/>
      <dgm:t>
        <a:bodyPr/>
        <a:lstStyle/>
        <a:p>
          <a:endParaRPr lang="en-US"/>
        </a:p>
      </dgm:t>
    </dgm:pt>
    <dgm:pt modelId="{697986BB-F3F6-4197-B276-E9245DC3B693}" type="sibTrans" cxnId="{E428B3A3-F2D1-4A6D-8880-3B0077617CE0}">
      <dgm:prSet/>
      <dgm:spPr/>
      <dgm:t>
        <a:bodyPr/>
        <a:lstStyle/>
        <a:p>
          <a:endParaRPr lang="en-US"/>
        </a:p>
      </dgm:t>
    </dgm:pt>
    <dgm:pt modelId="{DD8275CF-4ABD-49A7-AE69-4CA73B6677C9}">
      <dgm:prSet phldrT="[Text]"/>
      <dgm:spPr/>
      <dgm:t>
        <a:bodyPr/>
        <a:lstStyle/>
        <a:p>
          <a:r>
            <a:rPr lang="en-US" dirty="0"/>
            <a:t>Align Delivery conditions</a:t>
          </a:r>
        </a:p>
      </dgm:t>
    </dgm:pt>
    <dgm:pt modelId="{ACFA9B22-23AF-42B0-B62F-F25881D12ED9}" type="parTrans" cxnId="{C8B262D0-1941-44AC-901D-EF28AF5618CB}">
      <dgm:prSet/>
      <dgm:spPr/>
      <dgm:t>
        <a:bodyPr/>
        <a:lstStyle/>
        <a:p>
          <a:endParaRPr lang="en-US"/>
        </a:p>
      </dgm:t>
    </dgm:pt>
    <dgm:pt modelId="{ED9A57B5-86D4-4DD6-8B75-5AC4D4A03C95}" type="sibTrans" cxnId="{C8B262D0-1941-44AC-901D-EF28AF5618CB}">
      <dgm:prSet/>
      <dgm:spPr/>
      <dgm:t>
        <a:bodyPr/>
        <a:lstStyle/>
        <a:p>
          <a:endParaRPr lang="en-US"/>
        </a:p>
      </dgm:t>
    </dgm:pt>
    <dgm:pt modelId="{0E062ADA-8B01-4D90-9D8F-C8ECD0FA6015}">
      <dgm:prSet phldrT="[Text]"/>
      <dgm:spPr/>
      <dgm:t>
        <a:bodyPr/>
        <a:lstStyle/>
        <a:p>
          <a:r>
            <a:rPr lang="en-US" dirty="0"/>
            <a:t>Do</a:t>
          </a:r>
        </a:p>
      </dgm:t>
    </dgm:pt>
    <dgm:pt modelId="{E57F1DDA-7307-4747-83E0-FC544378E743}" type="parTrans" cxnId="{3007A6B9-3D55-4B4F-AB35-E8D64C775953}">
      <dgm:prSet/>
      <dgm:spPr/>
      <dgm:t>
        <a:bodyPr/>
        <a:lstStyle/>
        <a:p>
          <a:endParaRPr lang="en-US"/>
        </a:p>
      </dgm:t>
    </dgm:pt>
    <dgm:pt modelId="{5CADCB30-51DB-4498-8023-55291F6BEA05}" type="sibTrans" cxnId="{3007A6B9-3D55-4B4F-AB35-E8D64C775953}">
      <dgm:prSet/>
      <dgm:spPr/>
      <dgm:t>
        <a:bodyPr/>
        <a:lstStyle/>
        <a:p>
          <a:endParaRPr lang="en-US"/>
        </a:p>
      </dgm:t>
    </dgm:pt>
    <dgm:pt modelId="{0CE1DA6A-B988-4E79-8663-B697BD65EF2A}">
      <dgm:prSet phldrT="[Text]"/>
      <dgm:spPr/>
      <dgm:t>
        <a:bodyPr/>
        <a:lstStyle/>
        <a:p>
          <a:r>
            <a:rPr lang="en-US" dirty="0"/>
            <a:t>Perform or roll out  delivery strategy</a:t>
          </a:r>
        </a:p>
      </dgm:t>
    </dgm:pt>
    <dgm:pt modelId="{F02C2E63-26FA-41EC-AC6D-854FF2FCD734}" type="parTrans" cxnId="{91BE75DB-87CC-437E-A3FA-0C4C9B839C5E}">
      <dgm:prSet/>
      <dgm:spPr/>
      <dgm:t>
        <a:bodyPr/>
        <a:lstStyle/>
        <a:p>
          <a:endParaRPr lang="en-US"/>
        </a:p>
      </dgm:t>
    </dgm:pt>
    <dgm:pt modelId="{65DEF6F6-0581-4A61-B065-E2FB8AB5F4AA}" type="sibTrans" cxnId="{91BE75DB-87CC-437E-A3FA-0C4C9B839C5E}">
      <dgm:prSet/>
      <dgm:spPr/>
      <dgm:t>
        <a:bodyPr/>
        <a:lstStyle/>
        <a:p>
          <a:endParaRPr lang="en-US"/>
        </a:p>
      </dgm:t>
    </dgm:pt>
    <dgm:pt modelId="{0D09E59D-C154-49B7-B3CE-16D5C3956E28}">
      <dgm:prSet phldrT="[Text]"/>
      <dgm:spPr/>
      <dgm:t>
        <a:bodyPr/>
        <a:lstStyle/>
        <a:p>
          <a:r>
            <a:rPr lang="en-US" dirty="0"/>
            <a:t>Advise people / user / Customer</a:t>
          </a:r>
        </a:p>
      </dgm:t>
    </dgm:pt>
    <dgm:pt modelId="{30F85E84-C2A4-4CC8-AB85-137E0F07544B}" type="parTrans" cxnId="{685814DC-7C19-4E9F-8E59-FB57857E2D65}">
      <dgm:prSet/>
      <dgm:spPr/>
      <dgm:t>
        <a:bodyPr/>
        <a:lstStyle/>
        <a:p>
          <a:endParaRPr lang="en-US"/>
        </a:p>
      </dgm:t>
    </dgm:pt>
    <dgm:pt modelId="{34952B18-F28A-4A43-9666-7331F032C47A}" type="sibTrans" cxnId="{685814DC-7C19-4E9F-8E59-FB57857E2D65}">
      <dgm:prSet/>
      <dgm:spPr/>
      <dgm:t>
        <a:bodyPr/>
        <a:lstStyle/>
        <a:p>
          <a:endParaRPr lang="en-US"/>
        </a:p>
      </dgm:t>
    </dgm:pt>
    <dgm:pt modelId="{DBB45ABE-5DC4-4AEE-8278-3DCB03FFDDF2}">
      <dgm:prSet phldrT="[Text]"/>
      <dgm:spPr/>
      <dgm:t>
        <a:bodyPr/>
        <a:lstStyle/>
        <a:p>
          <a:r>
            <a:rPr lang="en-US" dirty="0"/>
            <a:t>Check</a:t>
          </a:r>
        </a:p>
      </dgm:t>
    </dgm:pt>
    <dgm:pt modelId="{E77EE494-588E-42BE-9863-D6C4333442D2}" type="parTrans" cxnId="{95960EDD-2649-490E-833C-356C53607A44}">
      <dgm:prSet/>
      <dgm:spPr/>
      <dgm:t>
        <a:bodyPr/>
        <a:lstStyle/>
        <a:p>
          <a:endParaRPr lang="en-US"/>
        </a:p>
      </dgm:t>
    </dgm:pt>
    <dgm:pt modelId="{0DB6B537-59C1-4622-B149-C1588BDE777C}" type="sibTrans" cxnId="{95960EDD-2649-490E-833C-356C53607A44}">
      <dgm:prSet/>
      <dgm:spPr/>
      <dgm:t>
        <a:bodyPr/>
        <a:lstStyle/>
        <a:p>
          <a:endParaRPr lang="en-US"/>
        </a:p>
      </dgm:t>
    </dgm:pt>
    <dgm:pt modelId="{AEC434F3-4DA6-4DB9-9458-458694F9FA72}">
      <dgm:prSet phldrT="[Text]"/>
      <dgm:spPr/>
      <dgm:t>
        <a:bodyPr/>
        <a:lstStyle/>
        <a:p>
          <a:r>
            <a:rPr lang="en-US" dirty="0"/>
            <a:t>Check performance</a:t>
          </a:r>
        </a:p>
      </dgm:t>
    </dgm:pt>
    <dgm:pt modelId="{D92A73E0-5B00-4BBE-A623-7B2B7AC5FDDE}" type="parTrans" cxnId="{949EB0FC-0F29-47A6-949E-DB04EB205C9F}">
      <dgm:prSet/>
      <dgm:spPr/>
      <dgm:t>
        <a:bodyPr/>
        <a:lstStyle/>
        <a:p>
          <a:endParaRPr lang="en-US"/>
        </a:p>
      </dgm:t>
    </dgm:pt>
    <dgm:pt modelId="{C6B6778F-C825-4202-B9AB-C65B1505AB7D}" type="sibTrans" cxnId="{949EB0FC-0F29-47A6-949E-DB04EB205C9F}">
      <dgm:prSet/>
      <dgm:spPr/>
      <dgm:t>
        <a:bodyPr/>
        <a:lstStyle/>
        <a:p>
          <a:endParaRPr lang="en-US"/>
        </a:p>
      </dgm:t>
    </dgm:pt>
    <dgm:pt modelId="{E6072E50-16F7-4269-AF81-DB11762C9066}">
      <dgm:prSet phldrT="[Text]"/>
      <dgm:spPr/>
      <dgm:t>
        <a:bodyPr/>
        <a:lstStyle/>
        <a:p>
          <a:r>
            <a:rPr lang="en-US" dirty="0"/>
            <a:t>Stress test</a:t>
          </a:r>
        </a:p>
      </dgm:t>
    </dgm:pt>
    <dgm:pt modelId="{07A629D3-0346-4418-AD35-A7BB3777F221}" type="parTrans" cxnId="{BA2470BF-538A-4BC9-9DA6-E44E45BC7254}">
      <dgm:prSet/>
      <dgm:spPr/>
      <dgm:t>
        <a:bodyPr/>
        <a:lstStyle/>
        <a:p>
          <a:endParaRPr lang="en-US"/>
        </a:p>
      </dgm:t>
    </dgm:pt>
    <dgm:pt modelId="{BD52E709-2387-4021-A78B-1D719B052721}" type="sibTrans" cxnId="{BA2470BF-538A-4BC9-9DA6-E44E45BC7254}">
      <dgm:prSet/>
      <dgm:spPr/>
      <dgm:t>
        <a:bodyPr/>
        <a:lstStyle/>
        <a:p>
          <a:endParaRPr lang="en-US"/>
        </a:p>
      </dgm:t>
    </dgm:pt>
    <dgm:pt modelId="{2419897B-6619-4EEE-BF2D-D9A81A8F3BCE}">
      <dgm:prSet phldrT="[Text]"/>
      <dgm:spPr/>
      <dgm:t>
        <a:bodyPr/>
        <a:lstStyle/>
        <a:p>
          <a:r>
            <a:rPr lang="en-US" dirty="0"/>
            <a:t>Act</a:t>
          </a:r>
        </a:p>
      </dgm:t>
    </dgm:pt>
    <dgm:pt modelId="{E664BA77-BAB2-4D65-A5B6-7A61FC891402}" type="parTrans" cxnId="{7CCEF31E-55D6-4C88-833D-F89DB2224BF3}">
      <dgm:prSet/>
      <dgm:spPr/>
      <dgm:t>
        <a:bodyPr/>
        <a:lstStyle/>
        <a:p>
          <a:endParaRPr lang="en-US"/>
        </a:p>
      </dgm:t>
    </dgm:pt>
    <dgm:pt modelId="{4AD54B33-A908-445B-9CE2-AEF5976B4F76}" type="sibTrans" cxnId="{7CCEF31E-55D6-4C88-833D-F89DB2224BF3}">
      <dgm:prSet/>
      <dgm:spPr/>
      <dgm:t>
        <a:bodyPr/>
        <a:lstStyle/>
        <a:p>
          <a:endParaRPr lang="en-US"/>
        </a:p>
      </dgm:t>
    </dgm:pt>
    <dgm:pt modelId="{33A502E6-E64A-42C0-A598-954CB91FBA09}">
      <dgm:prSet phldrT="[Text]"/>
      <dgm:spPr/>
      <dgm:t>
        <a:bodyPr/>
        <a:lstStyle/>
        <a:p>
          <a:r>
            <a:rPr lang="en-US" dirty="0"/>
            <a:t>Improve gaps</a:t>
          </a:r>
        </a:p>
      </dgm:t>
    </dgm:pt>
    <dgm:pt modelId="{43DD8B89-087E-470E-AED8-77145AAB5848}" type="parTrans" cxnId="{0BCA39A6-062D-429D-A723-260D63D9B0EE}">
      <dgm:prSet/>
      <dgm:spPr/>
      <dgm:t>
        <a:bodyPr/>
        <a:lstStyle/>
        <a:p>
          <a:endParaRPr lang="en-US"/>
        </a:p>
      </dgm:t>
    </dgm:pt>
    <dgm:pt modelId="{BCE66D52-058F-4731-94B4-622E69825D6C}" type="sibTrans" cxnId="{0BCA39A6-062D-429D-A723-260D63D9B0EE}">
      <dgm:prSet/>
      <dgm:spPr/>
      <dgm:t>
        <a:bodyPr/>
        <a:lstStyle/>
        <a:p>
          <a:endParaRPr lang="en-US"/>
        </a:p>
      </dgm:t>
    </dgm:pt>
    <dgm:pt modelId="{10C969DB-1C1C-4ABD-9F95-FE41BF2A5EB7}">
      <dgm:prSet phldrT="[Text]"/>
      <dgm:spPr/>
      <dgm:t>
        <a:bodyPr/>
        <a:lstStyle/>
        <a:p>
          <a:r>
            <a:rPr lang="en-US" dirty="0"/>
            <a:t>Identify gaps</a:t>
          </a:r>
        </a:p>
      </dgm:t>
    </dgm:pt>
    <dgm:pt modelId="{4CC9EEF1-8C98-42DF-9919-36016A4147DE}" type="parTrans" cxnId="{426CD70E-BE94-47BA-BF10-E15E77F75028}">
      <dgm:prSet/>
      <dgm:spPr/>
      <dgm:t>
        <a:bodyPr/>
        <a:lstStyle/>
        <a:p>
          <a:endParaRPr lang="en-US"/>
        </a:p>
      </dgm:t>
    </dgm:pt>
    <dgm:pt modelId="{7F5FF55B-817E-4CE4-BC30-56141E5644A6}" type="sibTrans" cxnId="{426CD70E-BE94-47BA-BF10-E15E77F75028}">
      <dgm:prSet/>
      <dgm:spPr/>
      <dgm:t>
        <a:bodyPr/>
        <a:lstStyle/>
        <a:p>
          <a:endParaRPr lang="en-US"/>
        </a:p>
      </dgm:t>
    </dgm:pt>
    <dgm:pt modelId="{7FE65B2C-928C-43D4-B391-1A7DE987EC05}">
      <dgm:prSet phldrT="[Text]"/>
      <dgm:spPr/>
      <dgm:t>
        <a:bodyPr/>
        <a:lstStyle/>
        <a:p>
          <a:r>
            <a:rPr lang="en-US" dirty="0"/>
            <a:t>Replan next update and delivery with Customer</a:t>
          </a:r>
        </a:p>
      </dgm:t>
    </dgm:pt>
    <dgm:pt modelId="{3D8AB0D0-7955-4294-828B-4A5442F1F873}" type="parTrans" cxnId="{5E662B41-25EE-42D8-8371-DE032CF514FC}">
      <dgm:prSet/>
      <dgm:spPr/>
      <dgm:t>
        <a:bodyPr/>
        <a:lstStyle/>
        <a:p>
          <a:endParaRPr lang="en-US"/>
        </a:p>
      </dgm:t>
    </dgm:pt>
    <dgm:pt modelId="{3243A563-3D7B-4D2D-AF39-58A07E6D2F71}" type="sibTrans" cxnId="{5E662B41-25EE-42D8-8371-DE032CF514FC}">
      <dgm:prSet/>
      <dgm:spPr/>
      <dgm:t>
        <a:bodyPr/>
        <a:lstStyle/>
        <a:p>
          <a:endParaRPr lang="en-US"/>
        </a:p>
      </dgm:t>
    </dgm:pt>
    <dgm:pt modelId="{7CECD701-5F75-4AC8-AF26-915AF0704352}">
      <dgm:prSet phldrT="[Text]"/>
      <dgm:spPr/>
      <dgm:t>
        <a:bodyPr/>
        <a:lstStyle/>
        <a:p>
          <a:r>
            <a:rPr lang="en-US" dirty="0"/>
            <a:t>Develop delivery strategy</a:t>
          </a:r>
        </a:p>
      </dgm:t>
    </dgm:pt>
    <dgm:pt modelId="{65D4CAE0-297C-4D48-BB27-EDA99C7E9C8F}" type="parTrans" cxnId="{7C3EFFC2-DF61-462C-B864-8DED7229A792}">
      <dgm:prSet/>
      <dgm:spPr/>
      <dgm:t>
        <a:bodyPr/>
        <a:lstStyle/>
        <a:p>
          <a:endParaRPr lang="en-US"/>
        </a:p>
      </dgm:t>
    </dgm:pt>
    <dgm:pt modelId="{1C44237C-371B-4667-8041-07C1C9C94642}" type="sibTrans" cxnId="{7C3EFFC2-DF61-462C-B864-8DED7229A792}">
      <dgm:prSet/>
      <dgm:spPr/>
      <dgm:t>
        <a:bodyPr/>
        <a:lstStyle/>
        <a:p>
          <a:endParaRPr lang="en-US"/>
        </a:p>
      </dgm:t>
    </dgm:pt>
    <dgm:pt modelId="{E6515001-E995-4BDD-BEE1-8E040D4A3D87}" type="pres">
      <dgm:prSet presAssocID="{C5AECE0A-C3CC-4EC2-914A-7C53F89F4B9F}" presName="linearFlow" presStyleCnt="0">
        <dgm:presLayoutVars>
          <dgm:dir/>
          <dgm:animLvl val="lvl"/>
          <dgm:resizeHandles val="exact"/>
        </dgm:presLayoutVars>
      </dgm:prSet>
      <dgm:spPr/>
    </dgm:pt>
    <dgm:pt modelId="{F2F528EC-625F-47E5-A108-C53C25BC03CE}" type="pres">
      <dgm:prSet presAssocID="{6555A112-5938-45C5-AF9D-092CAF5FE37D}" presName="composite" presStyleCnt="0"/>
      <dgm:spPr/>
    </dgm:pt>
    <dgm:pt modelId="{180E235D-90C2-43F1-9E01-BAB438C123EA}" type="pres">
      <dgm:prSet presAssocID="{6555A112-5938-45C5-AF9D-092CAF5FE37D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2243342F-2664-4D21-9D48-25679E9D09E0}" type="pres">
      <dgm:prSet presAssocID="{6555A112-5938-45C5-AF9D-092CAF5FE37D}" presName="descendantText" presStyleLbl="alignAcc1" presStyleIdx="0" presStyleCnt="4">
        <dgm:presLayoutVars>
          <dgm:bulletEnabled val="1"/>
        </dgm:presLayoutVars>
      </dgm:prSet>
      <dgm:spPr/>
    </dgm:pt>
    <dgm:pt modelId="{DDFC92AB-4D06-4673-ADAF-401B013D6487}" type="pres">
      <dgm:prSet presAssocID="{363C5A08-832E-47D3-A4AE-8D4331A690C6}" presName="sp" presStyleCnt="0"/>
      <dgm:spPr/>
    </dgm:pt>
    <dgm:pt modelId="{DF830F4A-F37B-4206-A19B-4C558FD8EECA}" type="pres">
      <dgm:prSet presAssocID="{0E062ADA-8B01-4D90-9D8F-C8ECD0FA6015}" presName="composite" presStyleCnt="0"/>
      <dgm:spPr/>
    </dgm:pt>
    <dgm:pt modelId="{DF769CB1-2518-4E07-AB27-D1B59C68730F}" type="pres">
      <dgm:prSet presAssocID="{0E062ADA-8B01-4D90-9D8F-C8ECD0FA6015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4B2A9DB4-79D1-4E30-93C3-4E26F5F2EEBC}" type="pres">
      <dgm:prSet presAssocID="{0E062ADA-8B01-4D90-9D8F-C8ECD0FA6015}" presName="descendantText" presStyleLbl="alignAcc1" presStyleIdx="1" presStyleCnt="4">
        <dgm:presLayoutVars>
          <dgm:bulletEnabled val="1"/>
        </dgm:presLayoutVars>
      </dgm:prSet>
      <dgm:spPr/>
    </dgm:pt>
    <dgm:pt modelId="{D8301BAF-A65A-42FE-8B34-6ED0153596AE}" type="pres">
      <dgm:prSet presAssocID="{5CADCB30-51DB-4498-8023-55291F6BEA05}" presName="sp" presStyleCnt="0"/>
      <dgm:spPr/>
    </dgm:pt>
    <dgm:pt modelId="{0AD24132-7832-4F95-83D4-48E27ADEEC47}" type="pres">
      <dgm:prSet presAssocID="{DBB45ABE-5DC4-4AEE-8278-3DCB03FFDDF2}" presName="composite" presStyleCnt="0"/>
      <dgm:spPr/>
    </dgm:pt>
    <dgm:pt modelId="{1D682A6F-DCF4-4769-9C6C-0BE0C246425D}" type="pres">
      <dgm:prSet presAssocID="{DBB45ABE-5DC4-4AEE-8278-3DCB03FFDDF2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7E8CE5AD-62C6-48FE-8799-5481F9A01DC6}" type="pres">
      <dgm:prSet presAssocID="{DBB45ABE-5DC4-4AEE-8278-3DCB03FFDDF2}" presName="descendantText" presStyleLbl="alignAcc1" presStyleIdx="2" presStyleCnt="4">
        <dgm:presLayoutVars>
          <dgm:bulletEnabled val="1"/>
        </dgm:presLayoutVars>
      </dgm:prSet>
      <dgm:spPr/>
    </dgm:pt>
    <dgm:pt modelId="{F8B2B31C-93CB-4020-8314-4887A982217B}" type="pres">
      <dgm:prSet presAssocID="{0DB6B537-59C1-4622-B149-C1588BDE777C}" presName="sp" presStyleCnt="0"/>
      <dgm:spPr/>
    </dgm:pt>
    <dgm:pt modelId="{C56E0359-9AF9-4898-8D94-019FAE25C71A}" type="pres">
      <dgm:prSet presAssocID="{2419897B-6619-4EEE-BF2D-D9A81A8F3BCE}" presName="composite" presStyleCnt="0"/>
      <dgm:spPr/>
    </dgm:pt>
    <dgm:pt modelId="{EDA2801D-5C45-43A8-9276-9E33C41E9236}" type="pres">
      <dgm:prSet presAssocID="{2419897B-6619-4EEE-BF2D-D9A81A8F3BCE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A5C5722B-4D45-420B-A359-78043C459BEC}" type="pres">
      <dgm:prSet presAssocID="{2419897B-6619-4EEE-BF2D-D9A81A8F3BCE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426CD70E-BE94-47BA-BF10-E15E77F75028}" srcId="{DBB45ABE-5DC4-4AEE-8278-3DCB03FFDDF2}" destId="{10C969DB-1C1C-4ABD-9F95-FE41BF2A5EB7}" srcOrd="2" destOrd="0" parTransId="{4CC9EEF1-8C98-42DF-9919-36016A4147DE}" sibTransId="{7F5FF55B-817E-4CE4-BC30-56141E5644A6}"/>
    <dgm:cxn modelId="{7CCEF31E-55D6-4C88-833D-F89DB2224BF3}" srcId="{C5AECE0A-C3CC-4EC2-914A-7C53F89F4B9F}" destId="{2419897B-6619-4EEE-BF2D-D9A81A8F3BCE}" srcOrd="3" destOrd="0" parTransId="{E664BA77-BAB2-4D65-A5B6-7A61FC891402}" sibTransId="{4AD54B33-A908-445B-9CE2-AEF5976B4F76}"/>
    <dgm:cxn modelId="{69E67F32-3BF4-45AD-8F66-A9D7F3D597C9}" type="presOf" srcId="{C5AECE0A-C3CC-4EC2-914A-7C53F89F4B9F}" destId="{E6515001-E995-4BDD-BEE1-8E040D4A3D87}" srcOrd="0" destOrd="0" presId="urn:microsoft.com/office/officeart/2005/8/layout/chevron2"/>
    <dgm:cxn modelId="{F0830036-0DAA-4ED6-B3FC-C91305CD18EF}" srcId="{C5AECE0A-C3CC-4EC2-914A-7C53F89F4B9F}" destId="{6555A112-5938-45C5-AF9D-092CAF5FE37D}" srcOrd="0" destOrd="0" parTransId="{B8B1E764-5862-4AC8-89D5-33B09D920F21}" sibTransId="{363C5A08-832E-47D3-A4AE-8D4331A690C6}"/>
    <dgm:cxn modelId="{AAE6CB5D-7815-488F-8DD1-D54387A14848}" type="presOf" srcId="{2419897B-6619-4EEE-BF2D-D9A81A8F3BCE}" destId="{EDA2801D-5C45-43A8-9276-9E33C41E9236}" srcOrd="0" destOrd="0" presId="urn:microsoft.com/office/officeart/2005/8/layout/chevron2"/>
    <dgm:cxn modelId="{5E662B41-25EE-42D8-8371-DE032CF514FC}" srcId="{2419897B-6619-4EEE-BF2D-D9A81A8F3BCE}" destId="{7FE65B2C-928C-43D4-B391-1A7DE987EC05}" srcOrd="1" destOrd="0" parTransId="{3D8AB0D0-7955-4294-828B-4A5442F1F873}" sibTransId="{3243A563-3D7B-4D2D-AF39-58A07E6D2F71}"/>
    <dgm:cxn modelId="{63046447-5F46-4F3E-B4EA-0209704C78A8}" type="presOf" srcId="{0CE1DA6A-B988-4E79-8663-B697BD65EF2A}" destId="{4B2A9DB4-79D1-4E30-93C3-4E26F5F2EEBC}" srcOrd="0" destOrd="0" presId="urn:microsoft.com/office/officeart/2005/8/layout/chevron2"/>
    <dgm:cxn modelId="{F13E6F4B-D84D-4C09-801D-4395E32D6039}" type="presOf" srcId="{DD8275CF-4ABD-49A7-AE69-4CA73B6677C9}" destId="{2243342F-2664-4D21-9D48-25679E9D09E0}" srcOrd="0" destOrd="1" presId="urn:microsoft.com/office/officeart/2005/8/layout/chevron2"/>
    <dgm:cxn modelId="{3C510051-15D7-4812-B728-3993FE7544BC}" type="presOf" srcId="{7FE65B2C-928C-43D4-B391-1A7DE987EC05}" destId="{A5C5722B-4D45-420B-A359-78043C459BEC}" srcOrd="0" destOrd="1" presId="urn:microsoft.com/office/officeart/2005/8/layout/chevron2"/>
    <dgm:cxn modelId="{0202417F-442F-4E0A-ADB7-7057F1A189F6}" type="presOf" srcId="{33A502E6-E64A-42C0-A598-954CB91FBA09}" destId="{A5C5722B-4D45-420B-A359-78043C459BEC}" srcOrd="0" destOrd="0" presId="urn:microsoft.com/office/officeart/2005/8/layout/chevron2"/>
    <dgm:cxn modelId="{FB5E58A2-00D2-46C1-BA1A-E0E10B91F0B7}" type="presOf" srcId="{E6072E50-16F7-4269-AF81-DB11762C9066}" destId="{7E8CE5AD-62C6-48FE-8799-5481F9A01DC6}" srcOrd="0" destOrd="1" presId="urn:microsoft.com/office/officeart/2005/8/layout/chevron2"/>
    <dgm:cxn modelId="{E428B3A3-F2D1-4A6D-8880-3B0077617CE0}" srcId="{6555A112-5938-45C5-AF9D-092CAF5FE37D}" destId="{042F7482-6E37-48AD-B447-D84BC19E0BC2}" srcOrd="0" destOrd="0" parTransId="{50670853-CC34-46FB-94D9-AFFC6068DF4C}" sibTransId="{697986BB-F3F6-4197-B276-E9245DC3B693}"/>
    <dgm:cxn modelId="{0BCA39A6-062D-429D-A723-260D63D9B0EE}" srcId="{2419897B-6619-4EEE-BF2D-D9A81A8F3BCE}" destId="{33A502E6-E64A-42C0-A598-954CB91FBA09}" srcOrd="0" destOrd="0" parTransId="{43DD8B89-087E-470E-AED8-77145AAB5848}" sibTransId="{BCE66D52-058F-4731-94B4-622E69825D6C}"/>
    <dgm:cxn modelId="{54CB61AC-E5DC-46EC-96D4-2E6FAFFB905F}" type="presOf" srcId="{6555A112-5938-45C5-AF9D-092CAF5FE37D}" destId="{180E235D-90C2-43F1-9E01-BAB438C123EA}" srcOrd="0" destOrd="0" presId="urn:microsoft.com/office/officeart/2005/8/layout/chevron2"/>
    <dgm:cxn modelId="{24E27EAC-B085-49F2-8B92-9CA36664B9A8}" type="presOf" srcId="{7CECD701-5F75-4AC8-AF26-915AF0704352}" destId="{2243342F-2664-4D21-9D48-25679E9D09E0}" srcOrd="0" destOrd="2" presId="urn:microsoft.com/office/officeart/2005/8/layout/chevron2"/>
    <dgm:cxn modelId="{078F2EAF-2017-463F-A802-0F59833DB0D4}" type="presOf" srcId="{10C969DB-1C1C-4ABD-9F95-FE41BF2A5EB7}" destId="{7E8CE5AD-62C6-48FE-8799-5481F9A01DC6}" srcOrd="0" destOrd="2" presId="urn:microsoft.com/office/officeart/2005/8/layout/chevron2"/>
    <dgm:cxn modelId="{3007A6B9-3D55-4B4F-AB35-E8D64C775953}" srcId="{C5AECE0A-C3CC-4EC2-914A-7C53F89F4B9F}" destId="{0E062ADA-8B01-4D90-9D8F-C8ECD0FA6015}" srcOrd="1" destOrd="0" parTransId="{E57F1DDA-7307-4747-83E0-FC544378E743}" sibTransId="{5CADCB30-51DB-4498-8023-55291F6BEA05}"/>
    <dgm:cxn modelId="{9ACD9FBA-9C29-4089-9A64-B2D9146B809F}" type="presOf" srcId="{0D09E59D-C154-49B7-B3CE-16D5C3956E28}" destId="{4B2A9DB4-79D1-4E30-93C3-4E26F5F2EEBC}" srcOrd="0" destOrd="1" presId="urn:microsoft.com/office/officeart/2005/8/layout/chevron2"/>
    <dgm:cxn modelId="{BA2470BF-538A-4BC9-9DA6-E44E45BC7254}" srcId="{DBB45ABE-5DC4-4AEE-8278-3DCB03FFDDF2}" destId="{E6072E50-16F7-4269-AF81-DB11762C9066}" srcOrd="1" destOrd="0" parTransId="{07A629D3-0346-4418-AD35-A7BB3777F221}" sibTransId="{BD52E709-2387-4021-A78B-1D719B052721}"/>
    <dgm:cxn modelId="{7C3EFFC2-DF61-462C-B864-8DED7229A792}" srcId="{6555A112-5938-45C5-AF9D-092CAF5FE37D}" destId="{7CECD701-5F75-4AC8-AF26-915AF0704352}" srcOrd="2" destOrd="0" parTransId="{65D4CAE0-297C-4D48-BB27-EDA99C7E9C8F}" sibTransId="{1C44237C-371B-4667-8041-07C1C9C94642}"/>
    <dgm:cxn modelId="{C8B262D0-1941-44AC-901D-EF28AF5618CB}" srcId="{6555A112-5938-45C5-AF9D-092CAF5FE37D}" destId="{DD8275CF-4ABD-49A7-AE69-4CA73B6677C9}" srcOrd="1" destOrd="0" parTransId="{ACFA9B22-23AF-42B0-B62F-F25881D12ED9}" sibTransId="{ED9A57B5-86D4-4DD6-8B75-5AC4D4A03C95}"/>
    <dgm:cxn modelId="{7D5737D3-981B-440B-8CB8-0FEF6C7EB884}" type="presOf" srcId="{0E062ADA-8B01-4D90-9D8F-C8ECD0FA6015}" destId="{DF769CB1-2518-4E07-AB27-D1B59C68730F}" srcOrd="0" destOrd="0" presId="urn:microsoft.com/office/officeart/2005/8/layout/chevron2"/>
    <dgm:cxn modelId="{91BE75DB-87CC-437E-A3FA-0C4C9B839C5E}" srcId="{0E062ADA-8B01-4D90-9D8F-C8ECD0FA6015}" destId="{0CE1DA6A-B988-4E79-8663-B697BD65EF2A}" srcOrd="0" destOrd="0" parTransId="{F02C2E63-26FA-41EC-AC6D-854FF2FCD734}" sibTransId="{65DEF6F6-0581-4A61-B065-E2FB8AB5F4AA}"/>
    <dgm:cxn modelId="{685814DC-7C19-4E9F-8E59-FB57857E2D65}" srcId="{0E062ADA-8B01-4D90-9D8F-C8ECD0FA6015}" destId="{0D09E59D-C154-49B7-B3CE-16D5C3956E28}" srcOrd="1" destOrd="0" parTransId="{30F85E84-C2A4-4CC8-AB85-137E0F07544B}" sibTransId="{34952B18-F28A-4A43-9666-7331F032C47A}"/>
    <dgm:cxn modelId="{95960EDD-2649-490E-833C-356C53607A44}" srcId="{C5AECE0A-C3CC-4EC2-914A-7C53F89F4B9F}" destId="{DBB45ABE-5DC4-4AEE-8278-3DCB03FFDDF2}" srcOrd="2" destOrd="0" parTransId="{E77EE494-588E-42BE-9863-D6C4333442D2}" sibTransId="{0DB6B537-59C1-4622-B149-C1588BDE777C}"/>
    <dgm:cxn modelId="{7F1921E2-7945-452E-8BE3-243DC8402BA0}" type="presOf" srcId="{042F7482-6E37-48AD-B447-D84BC19E0BC2}" destId="{2243342F-2664-4D21-9D48-25679E9D09E0}" srcOrd="0" destOrd="0" presId="urn:microsoft.com/office/officeart/2005/8/layout/chevron2"/>
    <dgm:cxn modelId="{042D72E9-FB3C-4CE2-AEE8-6C4B1716848B}" type="presOf" srcId="{AEC434F3-4DA6-4DB9-9458-458694F9FA72}" destId="{7E8CE5AD-62C6-48FE-8799-5481F9A01DC6}" srcOrd="0" destOrd="0" presId="urn:microsoft.com/office/officeart/2005/8/layout/chevron2"/>
    <dgm:cxn modelId="{DBBB9CF9-3C66-4AF9-94D3-F09ED7F2D233}" type="presOf" srcId="{DBB45ABE-5DC4-4AEE-8278-3DCB03FFDDF2}" destId="{1D682A6F-DCF4-4769-9C6C-0BE0C246425D}" srcOrd="0" destOrd="0" presId="urn:microsoft.com/office/officeart/2005/8/layout/chevron2"/>
    <dgm:cxn modelId="{949EB0FC-0F29-47A6-949E-DB04EB205C9F}" srcId="{DBB45ABE-5DC4-4AEE-8278-3DCB03FFDDF2}" destId="{AEC434F3-4DA6-4DB9-9458-458694F9FA72}" srcOrd="0" destOrd="0" parTransId="{D92A73E0-5B00-4BBE-A623-7B2B7AC5FDDE}" sibTransId="{C6B6778F-C825-4202-B9AB-C65B1505AB7D}"/>
    <dgm:cxn modelId="{E5AF2449-47CC-4A23-809D-430B3B127F21}" type="presParOf" srcId="{E6515001-E995-4BDD-BEE1-8E040D4A3D87}" destId="{F2F528EC-625F-47E5-A108-C53C25BC03CE}" srcOrd="0" destOrd="0" presId="urn:microsoft.com/office/officeart/2005/8/layout/chevron2"/>
    <dgm:cxn modelId="{662C3671-64D0-47FE-9C9A-93F8ABD5A8C0}" type="presParOf" srcId="{F2F528EC-625F-47E5-A108-C53C25BC03CE}" destId="{180E235D-90C2-43F1-9E01-BAB438C123EA}" srcOrd="0" destOrd="0" presId="urn:microsoft.com/office/officeart/2005/8/layout/chevron2"/>
    <dgm:cxn modelId="{E7B72F6D-3181-4DDE-8EA6-EA09CEDF2BDF}" type="presParOf" srcId="{F2F528EC-625F-47E5-A108-C53C25BC03CE}" destId="{2243342F-2664-4D21-9D48-25679E9D09E0}" srcOrd="1" destOrd="0" presId="urn:microsoft.com/office/officeart/2005/8/layout/chevron2"/>
    <dgm:cxn modelId="{90064C9C-9892-4E8A-B536-8461371E0B40}" type="presParOf" srcId="{E6515001-E995-4BDD-BEE1-8E040D4A3D87}" destId="{DDFC92AB-4D06-4673-ADAF-401B013D6487}" srcOrd="1" destOrd="0" presId="urn:microsoft.com/office/officeart/2005/8/layout/chevron2"/>
    <dgm:cxn modelId="{6B55A75D-60F8-4B46-AA2C-28EB3907AEBE}" type="presParOf" srcId="{E6515001-E995-4BDD-BEE1-8E040D4A3D87}" destId="{DF830F4A-F37B-4206-A19B-4C558FD8EECA}" srcOrd="2" destOrd="0" presId="urn:microsoft.com/office/officeart/2005/8/layout/chevron2"/>
    <dgm:cxn modelId="{53C27DDF-2C8A-41F5-A048-52DD1935FC2F}" type="presParOf" srcId="{DF830F4A-F37B-4206-A19B-4C558FD8EECA}" destId="{DF769CB1-2518-4E07-AB27-D1B59C68730F}" srcOrd="0" destOrd="0" presId="urn:microsoft.com/office/officeart/2005/8/layout/chevron2"/>
    <dgm:cxn modelId="{406CB109-0B53-4FB9-8C24-3ED398B1D888}" type="presParOf" srcId="{DF830F4A-F37B-4206-A19B-4C558FD8EECA}" destId="{4B2A9DB4-79D1-4E30-93C3-4E26F5F2EEBC}" srcOrd="1" destOrd="0" presId="urn:microsoft.com/office/officeart/2005/8/layout/chevron2"/>
    <dgm:cxn modelId="{A1F16838-0F53-45D5-9220-D95300746350}" type="presParOf" srcId="{E6515001-E995-4BDD-BEE1-8E040D4A3D87}" destId="{D8301BAF-A65A-42FE-8B34-6ED0153596AE}" srcOrd="3" destOrd="0" presId="urn:microsoft.com/office/officeart/2005/8/layout/chevron2"/>
    <dgm:cxn modelId="{75947332-804D-4B54-9CBF-DE7BD110A42F}" type="presParOf" srcId="{E6515001-E995-4BDD-BEE1-8E040D4A3D87}" destId="{0AD24132-7832-4F95-83D4-48E27ADEEC47}" srcOrd="4" destOrd="0" presId="urn:microsoft.com/office/officeart/2005/8/layout/chevron2"/>
    <dgm:cxn modelId="{566FC198-4917-4C5F-B8F0-5236D0EED8D1}" type="presParOf" srcId="{0AD24132-7832-4F95-83D4-48E27ADEEC47}" destId="{1D682A6F-DCF4-4769-9C6C-0BE0C246425D}" srcOrd="0" destOrd="0" presId="urn:microsoft.com/office/officeart/2005/8/layout/chevron2"/>
    <dgm:cxn modelId="{D69C7682-0DC5-44EF-BE3E-90CCE11A12AE}" type="presParOf" srcId="{0AD24132-7832-4F95-83D4-48E27ADEEC47}" destId="{7E8CE5AD-62C6-48FE-8799-5481F9A01DC6}" srcOrd="1" destOrd="0" presId="urn:microsoft.com/office/officeart/2005/8/layout/chevron2"/>
    <dgm:cxn modelId="{A80B18AF-F735-4084-802D-88EB6193721D}" type="presParOf" srcId="{E6515001-E995-4BDD-BEE1-8E040D4A3D87}" destId="{F8B2B31C-93CB-4020-8314-4887A982217B}" srcOrd="5" destOrd="0" presId="urn:microsoft.com/office/officeart/2005/8/layout/chevron2"/>
    <dgm:cxn modelId="{651161C8-0AF6-466B-A869-D27420F791C7}" type="presParOf" srcId="{E6515001-E995-4BDD-BEE1-8E040D4A3D87}" destId="{C56E0359-9AF9-4898-8D94-019FAE25C71A}" srcOrd="6" destOrd="0" presId="urn:microsoft.com/office/officeart/2005/8/layout/chevron2"/>
    <dgm:cxn modelId="{2B899262-FAAE-4E3A-9F66-4B72B6872F8C}" type="presParOf" srcId="{C56E0359-9AF9-4898-8D94-019FAE25C71A}" destId="{EDA2801D-5C45-43A8-9276-9E33C41E9236}" srcOrd="0" destOrd="0" presId="urn:microsoft.com/office/officeart/2005/8/layout/chevron2"/>
    <dgm:cxn modelId="{04E0F29D-240F-4D93-BC01-A13D929442D9}" type="presParOf" srcId="{C56E0359-9AF9-4898-8D94-019FAE25C71A}" destId="{A5C5722B-4D45-420B-A359-78043C459BE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EB43807-D1A7-4FBD-8EB9-A2555D934119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9C8255-4AD4-4DF9-93DD-D7785CC80CA3}">
      <dgm:prSet phldrT="[Text]"/>
      <dgm:spPr/>
      <dgm:t>
        <a:bodyPr/>
        <a:lstStyle/>
        <a:p>
          <a:pPr algn="ctr"/>
          <a:r>
            <a:rPr lang="en-US" b="1" dirty="0"/>
            <a:t>General Manager </a:t>
          </a:r>
        </a:p>
        <a:p>
          <a:pPr algn="ctr"/>
          <a:r>
            <a:rPr lang="en-US" b="1" dirty="0"/>
            <a:t>( Steve Kenfack)</a:t>
          </a:r>
        </a:p>
        <a:p>
          <a:pPr algn="l"/>
          <a:r>
            <a:rPr lang="en-US" dirty="0"/>
            <a:t>Finance &amp; Controlling, IT, HR</a:t>
          </a:r>
        </a:p>
      </dgm:t>
    </dgm:pt>
    <dgm:pt modelId="{C151FE29-420D-43A2-A466-6064BBE65AF4}" type="parTrans" cxnId="{D5DB45CE-00B4-4DDD-9EB5-FA7C479948FE}">
      <dgm:prSet/>
      <dgm:spPr/>
      <dgm:t>
        <a:bodyPr/>
        <a:lstStyle/>
        <a:p>
          <a:endParaRPr lang="en-US"/>
        </a:p>
      </dgm:t>
    </dgm:pt>
    <dgm:pt modelId="{12FF342D-D154-4F53-BE69-02BC7A34FCE8}" type="sibTrans" cxnId="{D5DB45CE-00B4-4DDD-9EB5-FA7C479948FE}">
      <dgm:prSet/>
      <dgm:spPr/>
      <dgm:t>
        <a:bodyPr/>
        <a:lstStyle/>
        <a:p>
          <a:endParaRPr lang="en-US"/>
        </a:p>
      </dgm:t>
    </dgm:pt>
    <dgm:pt modelId="{1712A955-8C3F-41BA-B770-E17FB19F6A8D}">
      <dgm:prSet phldrT="[Text]"/>
      <dgm:spPr/>
      <dgm:t>
        <a:bodyPr/>
        <a:lstStyle/>
        <a:p>
          <a:r>
            <a:rPr lang="en-US" dirty="0"/>
            <a:t>Acquisition manager</a:t>
          </a:r>
        </a:p>
        <a:p>
          <a:r>
            <a:rPr lang="en-US" b="1" dirty="0">
              <a:solidFill>
                <a:schemeClr val="tx1"/>
              </a:solidFill>
            </a:rPr>
            <a:t>(Steve Kenfack)</a:t>
          </a:r>
        </a:p>
      </dgm:t>
    </dgm:pt>
    <dgm:pt modelId="{703B8F6B-561E-409B-8465-83025EB6FBD8}" type="parTrans" cxnId="{B2282561-7B37-4AF1-904F-8D6F765611ED}">
      <dgm:prSet/>
      <dgm:spPr/>
      <dgm:t>
        <a:bodyPr/>
        <a:lstStyle/>
        <a:p>
          <a:endParaRPr lang="en-US"/>
        </a:p>
      </dgm:t>
    </dgm:pt>
    <dgm:pt modelId="{5315E2DC-7AF7-48AF-9DF6-78C44DEE3513}" type="sibTrans" cxnId="{B2282561-7B37-4AF1-904F-8D6F765611ED}">
      <dgm:prSet/>
      <dgm:spPr/>
      <dgm:t>
        <a:bodyPr/>
        <a:lstStyle/>
        <a:p>
          <a:endParaRPr lang="en-US"/>
        </a:p>
      </dgm:t>
    </dgm:pt>
    <dgm:pt modelId="{D0822AA2-72A4-45B7-BDEB-B89821D09B78}">
      <dgm:prSet phldrT="[Text]"/>
      <dgm:spPr/>
      <dgm:t>
        <a:bodyPr/>
        <a:lstStyle/>
        <a:p>
          <a:r>
            <a:rPr lang="en-US" dirty="0"/>
            <a:t>IT and license manager</a:t>
          </a:r>
        </a:p>
        <a:p>
          <a:r>
            <a:rPr lang="en-US" b="1" dirty="0">
              <a:solidFill>
                <a:schemeClr val="tx1"/>
              </a:solidFill>
            </a:rPr>
            <a:t>(Bydias Zambou)</a:t>
          </a:r>
        </a:p>
      </dgm:t>
    </dgm:pt>
    <dgm:pt modelId="{A434C644-EEEF-4AF8-A1CA-E1F33B90CEF3}" type="parTrans" cxnId="{132CADB1-5001-43E9-8275-849544244654}">
      <dgm:prSet/>
      <dgm:spPr/>
      <dgm:t>
        <a:bodyPr/>
        <a:lstStyle/>
        <a:p>
          <a:endParaRPr lang="en-US"/>
        </a:p>
      </dgm:t>
    </dgm:pt>
    <dgm:pt modelId="{3801693C-3FD3-4AAC-A5B1-4D67CB05DFC9}" type="sibTrans" cxnId="{132CADB1-5001-43E9-8275-849544244654}">
      <dgm:prSet/>
      <dgm:spPr/>
      <dgm:t>
        <a:bodyPr/>
        <a:lstStyle/>
        <a:p>
          <a:endParaRPr lang="en-US"/>
        </a:p>
      </dgm:t>
    </dgm:pt>
    <dgm:pt modelId="{28FEC8E0-E7C6-4D8E-BF45-BD8E9622BBB2}">
      <dgm:prSet phldrT="[Text]"/>
      <dgm:spPr/>
      <dgm:t>
        <a:bodyPr/>
        <a:lstStyle/>
        <a:p>
          <a:pPr algn="ctr"/>
          <a:r>
            <a:rPr lang="en-US" b="1" dirty="0"/>
            <a:t>General Manager </a:t>
          </a:r>
        </a:p>
        <a:p>
          <a:pPr algn="ctr"/>
          <a:r>
            <a:rPr lang="en-US" b="1" dirty="0"/>
            <a:t>( Bertrand Zambou)</a:t>
          </a:r>
        </a:p>
        <a:p>
          <a:pPr algn="just"/>
          <a:r>
            <a:rPr lang="en-US" b="0" dirty="0" err="1"/>
            <a:t>Prj</a:t>
          </a:r>
          <a:r>
            <a:rPr lang="en-US" b="0" dirty="0"/>
            <a:t>-/prod mgmt., Governance, Corp. I</a:t>
          </a:r>
        </a:p>
      </dgm:t>
    </dgm:pt>
    <dgm:pt modelId="{79F1E0CB-859F-45BB-B2D5-FCF75BAEF1AA}" type="parTrans" cxnId="{4E029220-DACE-42E8-A4F7-448A73A8BD92}">
      <dgm:prSet/>
      <dgm:spPr/>
      <dgm:t>
        <a:bodyPr/>
        <a:lstStyle/>
        <a:p>
          <a:endParaRPr lang="en-US"/>
        </a:p>
      </dgm:t>
    </dgm:pt>
    <dgm:pt modelId="{96DB8E84-13F5-4536-BBA8-FFA108DEBECB}" type="sibTrans" cxnId="{4E029220-DACE-42E8-A4F7-448A73A8BD92}">
      <dgm:prSet/>
      <dgm:spPr/>
      <dgm:t>
        <a:bodyPr/>
        <a:lstStyle/>
        <a:p>
          <a:endParaRPr lang="en-US"/>
        </a:p>
      </dgm:t>
    </dgm:pt>
    <dgm:pt modelId="{99D06A43-9C58-4E2C-BE1C-5950F26D511D}">
      <dgm:prSet phldrT="[Text]"/>
      <dgm:spPr/>
      <dgm:t>
        <a:bodyPr/>
        <a:lstStyle/>
        <a:p>
          <a:r>
            <a:rPr lang="en-US" dirty="0"/>
            <a:t> Project and Product development manager </a:t>
          </a:r>
        </a:p>
        <a:p>
          <a:r>
            <a:rPr lang="en-US" b="1" dirty="0">
              <a:solidFill>
                <a:schemeClr val="tx1"/>
              </a:solidFill>
            </a:rPr>
            <a:t>( </a:t>
          </a:r>
          <a:r>
            <a:rPr lang="en-US" b="1" dirty="0" err="1">
              <a:solidFill>
                <a:schemeClr val="tx1"/>
              </a:solidFill>
            </a:rPr>
            <a:t>Rochinel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Feujio</a:t>
          </a:r>
          <a:r>
            <a:rPr lang="en-US" b="1" dirty="0">
              <a:solidFill>
                <a:schemeClr val="tx1"/>
              </a:solidFill>
            </a:rPr>
            <a:t>)</a:t>
          </a:r>
        </a:p>
      </dgm:t>
    </dgm:pt>
    <dgm:pt modelId="{AFF46D00-9AD4-4C71-B31D-590F62D10077}" type="parTrans" cxnId="{101AF7C1-1201-4216-B4D9-F8DF861F85EF}">
      <dgm:prSet/>
      <dgm:spPr/>
      <dgm:t>
        <a:bodyPr/>
        <a:lstStyle/>
        <a:p>
          <a:endParaRPr lang="en-US"/>
        </a:p>
      </dgm:t>
    </dgm:pt>
    <dgm:pt modelId="{0F5855AA-C805-41DC-86B4-B47241792C7A}" type="sibTrans" cxnId="{101AF7C1-1201-4216-B4D9-F8DF861F85EF}">
      <dgm:prSet/>
      <dgm:spPr/>
      <dgm:t>
        <a:bodyPr/>
        <a:lstStyle/>
        <a:p>
          <a:endParaRPr lang="en-US"/>
        </a:p>
      </dgm:t>
    </dgm:pt>
    <dgm:pt modelId="{268703E7-9945-4459-A933-0F92ADDBF550}">
      <dgm:prSet phldrT="[Text]"/>
      <dgm:spPr/>
      <dgm:t>
        <a:bodyPr/>
        <a:lstStyle/>
        <a:p>
          <a:r>
            <a:rPr lang="en-US" dirty="0"/>
            <a:t>Innovation manager</a:t>
          </a:r>
        </a:p>
        <a:p>
          <a:r>
            <a:rPr lang="en-US" b="1" dirty="0">
              <a:solidFill>
                <a:schemeClr val="tx1"/>
              </a:solidFill>
            </a:rPr>
            <a:t>(Dylan xx)</a:t>
          </a:r>
        </a:p>
      </dgm:t>
    </dgm:pt>
    <dgm:pt modelId="{5E3719F5-DA60-40CE-ADD9-0F18249FCBF8}" type="parTrans" cxnId="{CBC5D784-4B3B-4B69-AD29-AE4006E3C4BD}">
      <dgm:prSet/>
      <dgm:spPr/>
      <dgm:t>
        <a:bodyPr/>
        <a:lstStyle/>
        <a:p>
          <a:endParaRPr lang="en-US"/>
        </a:p>
      </dgm:t>
    </dgm:pt>
    <dgm:pt modelId="{BD7BD0D4-3E94-406A-9062-99659E55F205}" type="sibTrans" cxnId="{CBC5D784-4B3B-4B69-AD29-AE4006E3C4BD}">
      <dgm:prSet/>
      <dgm:spPr/>
      <dgm:t>
        <a:bodyPr/>
        <a:lstStyle/>
        <a:p>
          <a:endParaRPr lang="en-US"/>
        </a:p>
      </dgm:t>
    </dgm:pt>
    <dgm:pt modelId="{D5F9B003-7B01-467A-BDF3-7A6B3C7936B2}">
      <dgm:prSet phldrT="[Text]"/>
      <dgm:spPr/>
      <dgm:t>
        <a:bodyPr/>
        <a:lstStyle/>
        <a:p>
          <a:r>
            <a:rPr lang="en-US" dirty="0"/>
            <a:t>Enterprise Architect</a:t>
          </a:r>
        </a:p>
        <a:p>
          <a:r>
            <a:rPr lang="en-US" b="1" dirty="0">
              <a:solidFill>
                <a:schemeClr val="tx1"/>
              </a:solidFill>
            </a:rPr>
            <a:t>( Bertrand Zambou)</a:t>
          </a:r>
        </a:p>
      </dgm:t>
    </dgm:pt>
    <dgm:pt modelId="{5B2362D7-E25E-4005-AC00-E31C8DDEF4C0}" type="parTrans" cxnId="{D33BF61B-CB06-4B31-B9EF-9D79302E2C03}">
      <dgm:prSet/>
      <dgm:spPr/>
      <dgm:t>
        <a:bodyPr/>
        <a:lstStyle/>
        <a:p>
          <a:endParaRPr lang="en-US"/>
        </a:p>
      </dgm:t>
    </dgm:pt>
    <dgm:pt modelId="{A509FD49-D718-4666-819F-1B846F71331B}" type="sibTrans" cxnId="{D33BF61B-CB06-4B31-B9EF-9D79302E2C03}">
      <dgm:prSet/>
      <dgm:spPr/>
      <dgm:t>
        <a:bodyPr/>
        <a:lstStyle/>
        <a:p>
          <a:endParaRPr lang="en-US"/>
        </a:p>
      </dgm:t>
    </dgm:pt>
    <dgm:pt modelId="{19831DAA-6462-4834-B056-05C1AC2D3D53}">
      <dgm:prSet phldrT="[Text]"/>
      <dgm:spPr/>
      <dgm:t>
        <a:bodyPr/>
        <a:lstStyle/>
        <a:p>
          <a:r>
            <a:rPr lang="en-US" dirty="0"/>
            <a:t>Marketing manager</a:t>
          </a:r>
        </a:p>
        <a:p>
          <a:r>
            <a:rPr lang="en-US" b="1" dirty="0">
              <a:solidFill>
                <a:schemeClr val="tx1"/>
              </a:solidFill>
            </a:rPr>
            <a:t>(Bertrand Zambou)</a:t>
          </a:r>
        </a:p>
      </dgm:t>
    </dgm:pt>
    <dgm:pt modelId="{CD5145B5-B159-4B30-980D-77D9AF34B688}" type="parTrans" cxnId="{D5C2DD6A-1C25-41CA-9380-E149D3B7A5FC}">
      <dgm:prSet/>
      <dgm:spPr/>
      <dgm:t>
        <a:bodyPr/>
        <a:lstStyle/>
        <a:p>
          <a:endParaRPr lang="en-US"/>
        </a:p>
      </dgm:t>
    </dgm:pt>
    <dgm:pt modelId="{AF292A16-8EFD-4E8D-964A-578C42AE53FA}" type="sibTrans" cxnId="{D5C2DD6A-1C25-41CA-9380-E149D3B7A5FC}">
      <dgm:prSet/>
      <dgm:spPr/>
      <dgm:t>
        <a:bodyPr/>
        <a:lstStyle/>
        <a:p>
          <a:endParaRPr lang="en-US"/>
        </a:p>
      </dgm:t>
    </dgm:pt>
    <dgm:pt modelId="{B9404974-7851-4C74-9F27-D75B9A81E5F4}">
      <dgm:prSet phldrT="[Text]"/>
      <dgm:spPr/>
      <dgm:t>
        <a:bodyPr/>
        <a:lstStyle/>
        <a:p>
          <a:r>
            <a:rPr lang="en-US" dirty="0"/>
            <a:t>Chief Finance and controlling officer</a:t>
          </a:r>
        </a:p>
        <a:p>
          <a:r>
            <a:rPr lang="en-US" b="1" dirty="0">
              <a:solidFill>
                <a:schemeClr val="tx1"/>
              </a:solidFill>
            </a:rPr>
            <a:t>( Steve Kenfack) </a:t>
          </a:r>
        </a:p>
      </dgm:t>
    </dgm:pt>
    <dgm:pt modelId="{FC3EEF09-A427-4F54-BD74-C687985AEDF3}" type="parTrans" cxnId="{EEA75A7A-21E5-4FCE-AD2F-721B89D1DE9D}">
      <dgm:prSet/>
      <dgm:spPr/>
      <dgm:t>
        <a:bodyPr/>
        <a:lstStyle/>
        <a:p>
          <a:endParaRPr lang="en-US"/>
        </a:p>
      </dgm:t>
    </dgm:pt>
    <dgm:pt modelId="{108C57F9-22C5-4D65-8C6D-32B2DFB23126}" type="sibTrans" cxnId="{EEA75A7A-21E5-4FCE-AD2F-721B89D1DE9D}">
      <dgm:prSet/>
      <dgm:spPr/>
      <dgm:t>
        <a:bodyPr/>
        <a:lstStyle/>
        <a:p>
          <a:endParaRPr lang="en-US"/>
        </a:p>
      </dgm:t>
    </dgm:pt>
    <dgm:pt modelId="{130A66E2-358C-4482-84F9-AB2CCD934283}">
      <dgm:prSet phldrT="[Text]"/>
      <dgm:spPr/>
      <dgm:t>
        <a:bodyPr/>
        <a:lstStyle/>
        <a:p>
          <a:r>
            <a:rPr lang="en-US" dirty="0"/>
            <a:t>Purchasing and inventorying</a:t>
          </a:r>
        </a:p>
        <a:p>
          <a:r>
            <a:rPr lang="en-US" b="1" dirty="0">
              <a:solidFill>
                <a:schemeClr val="tx1"/>
              </a:solidFill>
            </a:rPr>
            <a:t>( Aicha Gaelle Zambou)</a:t>
          </a:r>
        </a:p>
      </dgm:t>
    </dgm:pt>
    <dgm:pt modelId="{A37B49DB-0221-4E4F-8AD2-1184CE84FD58}" type="parTrans" cxnId="{0A35AC82-06C8-4173-8753-04734BFAA6AB}">
      <dgm:prSet/>
      <dgm:spPr/>
      <dgm:t>
        <a:bodyPr/>
        <a:lstStyle/>
        <a:p>
          <a:endParaRPr lang="en-US"/>
        </a:p>
      </dgm:t>
    </dgm:pt>
    <dgm:pt modelId="{612E9D2E-4160-4D2A-BF52-5E5DB7C22013}" type="sibTrans" cxnId="{0A35AC82-06C8-4173-8753-04734BFAA6AB}">
      <dgm:prSet/>
      <dgm:spPr/>
      <dgm:t>
        <a:bodyPr/>
        <a:lstStyle/>
        <a:p>
          <a:endParaRPr lang="en-US"/>
        </a:p>
      </dgm:t>
    </dgm:pt>
    <dgm:pt modelId="{28A6FE9B-1458-4695-80B1-4BAC85B9261E}">
      <dgm:prSet phldrT="[Text]" custT="1"/>
      <dgm:spPr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27940" tIns="20955" rIns="27940" bIns="20955" numCol="1" spcCol="1270" anchor="ctr" anchorCtr="0"/>
        <a:lstStyle/>
        <a:p>
          <a:pPr marL="0"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prstClr val="white"/>
              </a:solidFill>
              <a:latin typeface="Century Gothic" panose="020B0502020202020204"/>
              <a:ea typeface="+mn-ea"/>
              <a:cs typeface="+mn-cs"/>
            </a:rPr>
            <a:t>Human resources</a:t>
          </a:r>
        </a:p>
        <a:p>
          <a:pPr marL="0"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  <a:latin typeface="Century Gothic" panose="020B0502020202020204"/>
              <a:ea typeface="+mn-ea"/>
              <a:cs typeface="+mn-cs"/>
            </a:rPr>
            <a:t>(Steve Kenfack)</a:t>
          </a:r>
        </a:p>
      </dgm:t>
    </dgm:pt>
    <dgm:pt modelId="{71651F88-0195-4711-81B6-1B129269F71E}" type="parTrans" cxnId="{512E45FC-AAC1-426A-82DC-386505A330B7}">
      <dgm:prSet/>
      <dgm:spPr/>
      <dgm:t>
        <a:bodyPr/>
        <a:lstStyle/>
        <a:p>
          <a:endParaRPr lang="en-US"/>
        </a:p>
      </dgm:t>
    </dgm:pt>
    <dgm:pt modelId="{F0DA9DB3-0609-48E4-8199-656318A25095}" type="sibTrans" cxnId="{512E45FC-AAC1-426A-82DC-386505A330B7}">
      <dgm:prSet/>
      <dgm:spPr/>
      <dgm:t>
        <a:bodyPr/>
        <a:lstStyle/>
        <a:p>
          <a:endParaRPr lang="en-US"/>
        </a:p>
      </dgm:t>
    </dgm:pt>
    <dgm:pt modelId="{265D1DB9-2F03-4FA5-A48A-5C11A58B12CB}">
      <dgm:prSet phldrT="[Text]" custT="1"/>
      <dgm:spPr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22860" tIns="17145" rIns="22860" bIns="17145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entury Gothic" panose="020B0502020202020204"/>
              <a:ea typeface="+mn-ea"/>
              <a:cs typeface="+mn-cs"/>
            </a:rPr>
            <a:t>Prototyping/ reverse Eng. Manager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  <a:latin typeface="Century Gothic" panose="020B0502020202020204"/>
              <a:ea typeface="+mn-ea"/>
              <a:cs typeface="+mn-cs"/>
            </a:rPr>
            <a:t>( Dylan xx )</a:t>
          </a:r>
        </a:p>
      </dgm:t>
    </dgm:pt>
    <dgm:pt modelId="{396375C2-E68A-4A02-9348-AC838A3964DD}" type="sibTrans" cxnId="{CD18E179-D05E-4E29-BEFD-87F27B08E6F3}">
      <dgm:prSet/>
      <dgm:spPr/>
      <dgm:t>
        <a:bodyPr/>
        <a:lstStyle/>
        <a:p>
          <a:endParaRPr lang="en-US"/>
        </a:p>
      </dgm:t>
    </dgm:pt>
    <dgm:pt modelId="{7A644594-3C7B-477B-8C15-74E9263B550C}" type="parTrans" cxnId="{CD18E179-D05E-4E29-BEFD-87F27B08E6F3}">
      <dgm:prSet/>
      <dgm:spPr/>
      <dgm:t>
        <a:bodyPr/>
        <a:lstStyle/>
        <a:p>
          <a:endParaRPr lang="en-US"/>
        </a:p>
      </dgm:t>
    </dgm:pt>
    <dgm:pt modelId="{16A0F9E6-F282-4919-A004-86DF1E6D45F3}">
      <dgm:prSet phldrT="[Text]" custT="1"/>
      <dgm:spPr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22860" tIns="17145" rIns="22860" bIns="17145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entury Gothic" panose="020B0502020202020204"/>
              <a:ea typeface="+mn-ea"/>
              <a:cs typeface="+mn-cs"/>
            </a:rPr>
            <a:t>Product maintenance manager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  <a:latin typeface="Century Gothic" panose="020B0502020202020204"/>
              <a:ea typeface="+mn-ea"/>
              <a:cs typeface="+mn-cs"/>
            </a:rPr>
            <a:t>(NN. )</a:t>
          </a:r>
        </a:p>
      </dgm:t>
    </dgm:pt>
    <dgm:pt modelId="{5BAF7879-74B6-4BA3-BACE-FEB4AA7B21BF}" type="parTrans" cxnId="{A8803FF8-C867-4FF7-A167-451CB8479C0E}">
      <dgm:prSet/>
      <dgm:spPr/>
      <dgm:t>
        <a:bodyPr/>
        <a:lstStyle/>
        <a:p>
          <a:endParaRPr lang="en-US"/>
        </a:p>
      </dgm:t>
    </dgm:pt>
    <dgm:pt modelId="{2439FB52-BC23-4540-B34F-9EA446521907}" type="sibTrans" cxnId="{A8803FF8-C867-4FF7-A167-451CB8479C0E}">
      <dgm:prSet/>
      <dgm:spPr/>
      <dgm:t>
        <a:bodyPr/>
        <a:lstStyle/>
        <a:p>
          <a:endParaRPr lang="en-US"/>
        </a:p>
      </dgm:t>
    </dgm:pt>
    <dgm:pt modelId="{CA02D7B1-6EFB-4A7A-B09D-74F4E318D3F2}" type="pres">
      <dgm:prSet presAssocID="{BEB43807-D1A7-4FBD-8EB9-A2555D934119}" presName="theList" presStyleCnt="0">
        <dgm:presLayoutVars>
          <dgm:dir/>
          <dgm:animLvl val="lvl"/>
          <dgm:resizeHandles val="exact"/>
        </dgm:presLayoutVars>
      </dgm:prSet>
      <dgm:spPr/>
    </dgm:pt>
    <dgm:pt modelId="{A413FD73-B5AA-43BE-BCA3-C70C12D95F0F}" type="pres">
      <dgm:prSet presAssocID="{1E9C8255-4AD4-4DF9-93DD-D7785CC80CA3}" presName="compNode" presStyleCnt="0"/>
      <dgm:spPr/>
    </dgm:pt>
    <dgm:pt modelId="{6E81B17F-3C0D-45A5-ACBF-A07799AFBD9E}" type="pres">
      <dgm:prSet presAssocID="{1E9C8255-4AD4-4DF9-93DD-D7785CC80CA3}" presName="aNode" presStyleLbl="bgShp" presStyleIdx="0" presStyleCnt="2"/>
      <dgm:spPr/>
    </dgm:pt>
    <dgm:pt modelId="{0B768411-6D2A-4263-BE95-E86F31AF0580}" type="pres">
      <dgm:prSet presAssocID="{1E9C8255-4AD4-4DF9-93DD-D7785CC80CA3}" presName="textNode" presStyleLbl="bgShp" presStyleIdx="0" presStyleCnt="2"/>
      <dgm:spPr/>
    </dgm:pt>
    <dgm:pt modelId="{77517EC7-2019-40F4-BEAB-0C327D9F7401}" type="pres">
      <dgm:prSet presAssocID="{1E9C8255-4AD4-4DF9-93DD-D7785CC80CA3}" presName="compChildNode" presStyleCnt="0"/>
      <dgm:spPr/>
    </dgm:pt>
    <dgm:pt modelId="{50B764D6-6A26-45E7-B074-9AD09AC90729}" type="pres">
      <dgm:prSet presAssocID="{1E9C8255-4AD4-4DF9-93DD-D7785CC80CA3}" presName="theInnerList" presStyleCnt="0"/>
      <dgm:spPr/>
    </dgm:pt>
    <dgm:pt modelId="{71CB55DA-3056-44D8-8E5C-CBAF06DB4D0D}" type="pres">
      <dgm:prSet presAssocID="{1712A955-8C3F-41BA-B770-E17FB19F6A8D}" presName="childNode" presStyleLbl="node1" presStyleIdx="0" presStyleCnt="11">
        <dgm:presLayoutVars>
          <dgm:bulletEnabled val="1"/>
        </dgm:presLayoutVars>
      </dgm:prSet>
      <dgm:spPr/>
    </dgm:pt>
    <dgm:pt modelId="{35423731-5FB5-45CE-B527-6B0287E35840}" type="pres">
      <dgm:prSet presAssocID="{1712A955-8C3F-41BA-B770-E17FB19F6A8D}" presName="aSpace2" presStyleCnt="0"/>
      <dgm:spPr/>
    </dgm:pt>
    <dgm:pt modelId="{A7877FD8-4B03-4C8F-A5C6-5CE555A4BBB3}" type="pres">
      <dgm:prSet presAssocID="{16A0F9E6-F282-4919-A004-86DF1E6D45F3}" presName="childNode" presStyleLbl="node1" presStyleIdx="1" presStyleCnt="11">
        <dgm:presLayoutVars>
          <dgm:bulletEnabled val="1"/>
        </dgm:presLayoutVars>
      </dgm:prSet>
      <dgm:spPr>
        <a:xfrm>
          <a:off x="343678" y="1782616"/>
          <a:ext cx="2721141" cy="416588"/>
        </a:xfrm>
        <a:prstGeom prst="roundRect">
          <a:avLst>
            <a:gd name="adj" fmla="val 10000"/>
          </a:avLst>
        </a:prstGeom>
      </dgm:spPr>
    </dgm:pt>
    <dgm:pt modelId="{64C09E67-1AC9-46E4-9776-403AC61D0C5A}" type="pres">
      <dgm:prSet presAssocID="{16A0F9E6-F282-4919-A004-86DF1E6D45F3}" presName="aSpace2" presStyleCnt="0"/>
      <dgm:spPr/>
    </dgm:pt>
    <dgm:pt modelId="{7EE6E618-48FB-42F3-B421-D9462A3B75A1}" type="pres">
      <dgm:prSet presAssocID="{D0822AA2-72A4-45B7-BDEB-B89821D09B78}" presName="childNode" presStyleLbl="node1" presStyleIdx="2" presStyleCnt="11">
        <dgm:presLayoutVars>
          <dgm:bulletEnabled val="1"/>
        </dgm:presLayoutVars>
      </dgm:prSet>
      <dgm:spPr/>
    </dgm:pt>
    <dgm:pt modelId="{1ED9AD38-5760-47D4-9A95-23D3055AC066}" type="pres">
      <dgm:prSet presAssocID="{D0822AA2-72A4-45B7-BDEB-B89821D09B78}" presName="aSpace2" presStyleCnt="0"/>
      <dgm:spPr/>
    </dgm:pt>
    <dgm:pt modelId="{AC8194D1-4531-4D48-9462-DBF976EE55D4}" type="pres">
      <dgm:prSet presAssocID="{130A66E2-358C-4482-84F9-AB2CCD934283}" presName="childNode" presStyleLbl="node1" presStyleIdx="3" presStyleCnt="11">
        <dgm:presLayoutVars>
          <dgm:bulletEnabled val="1"/>
        </dgm:presLayoutVars>
      </dgm:prSet>
      <dgm:spPr/>
    </dgm:pt>
    <dgm:pt modelId="{C1B69EEC-3870-4413-9540-ED9D1DCD9CC0}" type="pres">
      <dgm:prSet presAssocID="{130A66E2-358C-4482-84F9-AB2CCD934283}" presName="aSpace2" presStyleCnt="0"/>
      <dgm:spPr/>
    </dgm:pt>
    <dgm:pt modelId="{A8B50004-CAF4-455C-B297-D03DDF402C9C}" type="pres">
      <dgm:prSet presAssocID="{B9404974-7851-4C74-9F27-D75B9A81E5F4}" presName="childNode" presStyleLbl="node1" presStyleIdx="4" presStyleCnt="11">
        <dgm:presLayoutVars>
          <dgm:bulletEnabled val="1"/>
        </dgm:presLayoutVars>
      </dgm:prSet>
      <dgm:spPr/>
    </dgm:pt>
    <dgm:pt modelId="{28396048-6B81-4A99-A6A9-40242AADC0DE}" type="pres">
      <dgm:prSet presAssocID="{B9404974-7851-4C74-9F27-D75B9A81E5F4}" presName="aSpace2" presStyleCnt="0"/>
      <dgm:spPr/>
    </dgm:pt>
    <dgm:pt modelId="{FF1AC932-480E-4460-8FCB-9BAA465E54BE}" type="pres">
      <dgm:prSet presAssocID="{28A6FE9B-1458-4695-80B1-4BAC85B9261E}" presName="childNode" presStyleLbl="node1" presStyleIdx="5" presStyleCnt="11">
        <dgm:presLayoutVars>
          <dgm:bulletEnabled val="1"/>
        </dgm:presLayoutVars>
      </dgm:prSet>
      <dgm:spPr>
        <a:xfrm>
          <a:off x="343678" y="3619339"/>
          <a:ext cx="2721141" cy="501971"/>
        </a:xfrm>
        <a:prstGeom prst="roundRect">
          <a:avLst>
            <a:gd name="adj" fmla="val 10000"/>
          </a:avLst>
        </a:prstGeom>
      </dgm:spPr>
    </dgm:pt>
    <dgm:pt modelId="{8C0769F7-774D-4E98-955C-23D4CCACD426}" type="pres">
      <dgm:prSet presAssocID="{1E9C8255-4AD4-4DF9-93DD-D7785CC80CA3}" presName="aSpace" presStyleCnt="0"/>
      <dgm:spPr/>
    </dgm:pt>
    <dgm:pt modelId="{BBEA214A-A078-4A3A-93E4-D4B5BB742531}" type="pres">
      <dgm:prSet presAssocID="{28FEC8E0-E7C6-4D8E-BF45-BD8E9622BBB2}" presName="compNode" presStyleCnt="0"/>
      <dgm:spPr/>
    </dgm:pt>
    <dgm:pt modelId="{D109F7FE-D565-4C93-992E-DC934331EA79}" type="pres">
      <dgm:prSet presAssocID="{28FEC8E0-E7C6-4D8E-BF45-BD8E9622BBB2}" presName="aNode" presStyleLbl="bgShp" presStyleIdx="1" presStyleCnt="2"/>
      <dgm:spPr/>
    </dgm:pt>
    <dgm:pt modelId="{2C647F54-C48D-44CA-87FB-5D5D52521D3D}" type="pres">
      <dgm:prSet presAssocID="{28FEC8E0-E7C6-4D8E-BF45-BD8E9622BBB2}" presName="textNode" presStyleLbl="bgShp" presStyleIdx="1" presStyleCnt="2"/>
      <dgm:spPr/>
    </dgm:pt>
    <dgm:pt modelId="{872CE163-7BD6-468B-B5FA-E90FE5B9B298}" type="pres">
      <dgm:prSet presAssocID="{28FEC8E0-E7C6-4D8E-BF45-BD8E9622BBB2}" presName="compChildNode" presStyleCnt="0"/>
      <dgm:spPr/>
    </dgm:pt>
    <dgm:pt modelId="{AD7A968A-55E7-46EE-B6FF-DAEA0802F63B}" type="pres">
      <dgm:prSet presAssocID="{28FEC8E0-E7C6-4D8E-BF45-BD8E9622BBB2}" presName="theInnerList" presStyleCnt="0"/>
      <dgm:spPr/>
    </dgm:pt>
    <dgm:pt modelId="{D375FFC8-6273-4D35-BBDC-64179F5AC723}" type="pres">
      <dgm:prSet presAssocID="{99D06A43-9C58-4E2C-BE1C-5950F26D511D}" presName="childNode" presStyleLbl="node1" presStyleIdx="6" presStyleCnt="11">
        <dgm:presLayoutVars>
          <dgm:bulletEnabled val="1"/>
        </dgm:presLayoutVars>
      </dgm:prSet>
      <dgm:spPr/>
    </dgm:pt>
    <dgm:pt modelId="{94556BDF-5C86-4FB0-8FA9-2BD0E5C92D94}" type="pres">
      <dgm:prSet presAssocID="{99D06A43-9C58-4E2C-BE1C-5950F26D511D}" presName="aSpace2" presStyleCnt="0"/>
      <dgm:spPr/>
    </dgm:pt>
    <dgm:pt modelId="{CBB9644E-62C1-4664-9EA5-207E1750345C}" type="pres">
      <dgm:prSet presAssocID="{265D1DB9-2F03-4FA5-A48A-5C11A58B12CB}" presName="childNode" presStyleLbl="node1" presStyleIdx="7" presStyleCnt="11">
        <dgm:presLayoutVars>
          <dgm:bulletEnabled val="1"/>
        </dgm:presLayoutVars>
      </dgm:prSet>
      <dgm:spPr>
        <a:xfrm>
          <a:off x="4000212" y="1881745"/>
          <a:ext cx="2721141" cy="501971"/>
        </a:xfrm>
        <a:prstGeom prst="roundRect">
          <a:avLst>
            <a:gd name="adj" fmla="val 10000"/>
          </a:avLst>
        </a:prstGeom>
      </dgm:spPr>
    </dgm:pt>
    <dgm:pt modelId="{ADF11F58-BD31-442C-971D-7FBC361DA97B}" type="pres">
      <dgm:prSet presAssocID="{265D1DB9-2F03-4FA5-A48A-5C11A58B12CB}" presName="aSpace2" presStyleCnt="0"/>
      <dgm:spPr/>
    </dgm:pt>
    <dgm:pt modelId="{4EE23F16-0D6F-4C09-A1D4-E67017E5A1E3}" type="pres">
      <dgm:prSet presAssocID="{268703E7-9945-4459-A933-0F92ADDBF550}" presName="childNode" presStyleLbl="node1" presStyleIdx="8" presStyleCnt="11">
        <dgm:presLayoutVars>
          <dgm:bulletEnabled val="1"/>
        </dgm:presLayoutVars>
      </dgm:prSet>
      <dgm:spPr/>
    </dgm:pt>
    <dgm:pt modelId="{D9489B69-2B1B-4CA8-97E6-091C7C6713A5}" type="pres">
      <dgm:prSet presAssocID="{268703E7-9945-4459-A933-0F92ADDBF550}" presName="aSpace2" presStyleCnt="0"/>
      <dgm:spPr/>
    </dgm:pt>
    <dgm:pt modelId="{0A36F109-F3B6-4588-9D0E-FF2C5ECBFE00}" type="pres">
      <dgm:prSet presAssocID="{19831DAA-6462-4834-B056-05C1AC2D3D53}" presName="childNode" presStyleLbl="node1" presStyleIdx="9" presStyleCnt="11">
        <dgm:presLayoutVars>
          <dgm:bulletEnabled val="1"/>
        </dgm:presLayoutVars>
      </dgm:prSet>
      <dgm:spPr/>
    </dgm:pt>
    <dgm:pt modelId="{E82A8413-9768-46FA-9416-5A5381ACB010}" type="pres">
      <dgm:prSet presAssocID="{19831DAA-6462-4834-B056-05C1AC2D3D53}" presName="aSpace2" presStyleCnt="0"/>
      <dgm:spPr/>
    </dgm:pt>
    <dgm:pt modelId="{E642B5D4-CADF-429E-A9C0-187578C69586}" type="pres">
      <dgm:prSet presAssocID="{D5F9B003-7B01-467A-BDF3-7A6B3C7936B2}" presName="childNode" presStyleLbl="node1" presStyleIdx="10" presStyleCnt="11" custLinFactNeighborX="618" custLinFactNeighborY="11171">
        <dgm:presLayoutVars>
          <dgm:bulletEnabled val="1"/>
        </dgm:presLayoutVars>
      </dgm:prSet>
      <dgm:spPr/>
    </dgm:pt>
  </dgm:ptLst>
  <dgm:cxnLst>
    <dgm:cxn modelId="{D33BF61B-CB06-4B31-B9EF-9D79302E2C03}" srcId="{28FEC8E0-E7C6-4D8E-BF45-BD8E9622BBB2}" destId="{D5F9B003-7B01-467A-BDF3-7A6B3C7936B2}" srcOrd="4" destOrd="0" parTransId="{5B2362D7-E25E-4005-AC00-E31C8DDEF4C0}" sibTransId="{A509FD49-D718-4666-819F-1B846F71331B}"/>
    <dgm:cxn modelId="{4E029220-DACE-42E8-A4F7-448A73A8BD92}" srcId="{BEB43807-D1A7-4FBD-8EB9-A2555D934119}" destId="{28FEC8E0-E7C6-4D8E-BF45-BD8E9622BBB2}" srcOrd="1" destOrd="0" parTransId="{79F1E0CB-859F-45BB-B2D5-FCF75BAEF1AA}" sibTransId="{96DB8E84-13F5-4536-BBA8-FFA108DEBECB}"/>
    <dgm:cxn modelId="{37006B2B-55C1-4E50-92B0-911570B0C729}" type="presOf" srcId="{B9404974-7851-4C74-9F27-D75B9A81E5F4}" destId="{A8B50004-CAF4-455C-B297-D03DDF402C9C}" srcOrd="0" destOrd="0" presId="urn:microsoft.com/office/officeart/2005/8/layout/lProcess2"/>
    <dgm:cxn modelId="{F821612D-DA05-4B8A-88CF-DB192CFE73A4}" type="presOf" srcId="{268703E7-9945-4459-A933-0F92ADDBF550}" destId="{4EE23F16-0D6F-4C09-A1D4-E67017E5A1E3}" srcOrd="0" destOrd="0" presId="urn:microsoft.com/office/officeart/2005/8/layout/lProcess2"/>
    <dgm:cxn modelId="{B67A2C2E-3599-4430-AF9D-0F6798FBE7EB}" type="presOf" srcId="{28FEC8E0-E7C6-4D8E-BF45-BD8E9622BBB2}" destId="{D109F7FE-D565-4C93-992E-DC934331EA79}" srcOrd="0" destOrd="0" presId="urn:microsoft.com/office/officeart/2005/8/layout/lProcess2"/>
    <dgm:cxn modelId="{3C6F545E-73DA-4E6F-A44E-1C960515EBE7}" type="presOf" srcId="{19831DAA-6462-4834-B056-05C1AC2D3D53}" destId="{0A36F109-F3B6-4588-9D0E-FF2C5ECBFE00}" srcOrd="0" destOrd="0" presId="urn:microsoft.com/office/officeart/2005/8/layout/lProcess2"/>
    <dgm:cxn modelId="{B2282561-7B37-4AF1-904F-8D6F765611ED}" srcId="{1E9C8255-4AD4-4DF9-93DD-D7785CC80CA3}" destId="{1712A955-8C3F-41BA-B770-E17FB19F6A8D}" srcOrd="0" destOrd="0" parTransId="{703B8F6B-561E-409B-8465-83025EB6FBD8}" sibTransId="{5315E2DC-7AF7-48AF-9DF6-78C44DEE3513}"/>
    <dgm:cxn modelId="{08D46065-53CC-4714-9F47-FE9E228BBB4D}" type="presOf" srcId="{1712A955-8C3F-41BA-B770-E17FB19F6A8D}" destId="{71CB55DA-3056-44D8-8E5C-CBAF06DB4D0D}" srcOrd="0" destOrd="0" presId="urn:microsoft.com/office/officeart/2005/8/layout/lProcess2"/>
    <dgm:cxn modelId="{D5C2DD6A-1C25-41CA-9380-E149D3B7A5FC}" srcId="{28FEC8E0-E7C6-4D8E-BF45-BD8E9622BBB2}" destId="{19831DAA-6462-4834-B056-05C1AC2D3D53}" srcOrd="3" destOrd="0" parTransId="{CD5145B5-B159-4B30-980D-77D9AF34B688}" sibTransId="{AF292A16-8EFD-4E8D-964A-578C42AE53FA}"/>
    <dgm:cxn modelId="{7996546F-E5FA-493E-9B26-36E72518C617}" type="presOf" srcId="{1E9C8255-4AD4-4DF9-93DD-D7785CC80CA3}" destId="{0B768411-6D2A-4263-BE95-E86F31AF0580}" srcOrd="1" destOrd="0" presId="urn:microsoft.com/office/officeart/2005/8/layout/lProcess2"/>
    <dgm:cxn modelId="{A36F0878-1EB7-469E-9B90-22D76D9FCEAA}" type="presOf" srcId="{D5F9B003-7B01-467A-BDF3-7A6B3C7936B2}" destId="{E642B5D4-CADF-429E-A9C0-187578C69586}" srcOrd="0" destOrd="0" presId="urn:microsoft.com/office/officeart/2005/8/layout/lProcess2"/>
    <dgm:cxn modelId="{CD18E179-D05E-4E29-BEFD-87F27B08E6F3}" srcId="{28FEC8E0-E7C6-4D8E-BF45-BD8E9622BBB2}" destId="{265D1DB9-2F03-4FA5-A48A-5C11A58B12CB}" srcOrd="1" destOrd="0" parTransId="{7A644594-3C7B-477B-8C15-74E9263B550C}" sibTransId="{396375C2-E68A-4A02-9348-AC838A3964DD}"/>
    <dgm:cxn modelId="{EEA75A7A-21E5-4FCE-AD2F-721B89D1DE9D}" srcId="{1E9C8255-4AD4-4DF9-93DD-D7785CC80CA3}" destId="{B9404974-7851-4C74-9F27-D75B9A81E5F4}" srcOrd="4" destOrd="0" parTransId="{FC3EEF09-A427-4F54-BD74-C687985AEDF3}" sibTransId="{108C57F9-22C5-4D65-8C6D-32B2DFB23126}"/>
    <dgm:cxn modelId="{0A35AC82-06C8-4173-8753-04734BFAA6AB}" srcId="{1E9C8255-4AD4-4DF9-93DD-D7785CC80CA3}" destId="{130A66E2-358C-4482-84F9-AB2CCD934283}" srcOrd="3" destOrd="0" parTransId="{A37B49DB-0221-4E4F-8AD2-1184CE84FD58}" sibTransId="{612E9D2E-4160-4D2A-BF52-5E5DB7C22013}"/>
    <dgm:cxn modelId="{CBC5D784-4B3B-4B69-AD29-AE4006E3C4BD}" srcId="{28FEC8E0-E7C6-4D8E-BF45-BD8E9622BBB2}" destId="{268703E7-9945-4459-A933-0F92ADDBF550}" srcOrd="2" destOrd="0" parTransId="{5E3719F5-DA60-40CE-ADD9-0F18249FCBF8}" sibTransId="{BD7BD0D4-3E94-406A-9062-99659E55F205}"/>
    <dgm:cxn modelId="{132CADB1-5001-43E9-8275-849544244654}" srcId="{1E9C8255-4AD4-4DF9-93DD-D7785CC80CA3}" destId="{D0822AA2-72A4-45B7-BDEB-B89821D09B78}" srcOrd="2" destOrd="0" parTransId="{A434C644-EEEF-4AF8-A1CA-E1F33B90CEF3}" sibTransId="{3801693C-3FD3-4AAC-A5B1-4D67CB05DFC9}"/>
    <dgm:cxn modelId="{776D87B3-8125-4E37-8BB2-396380F3D12E}" type="presOf" srcId="{1E9C8255-4AD4-4DF9-93DD-D7785CC80CA3}" destId="{6E81B17F-3C0D-45A5-ACBF-A07799AFBD9E}" srcOrd="0" destOrd="0" presId="urn:microsoft.com/office/officeart/2005/8/layout/lProcess2"/>
    <dgm:cxn modelId="{101AF7C1-1201-4216-B4D9-F8DF861F85EF}" srcId="{28FEC8E0-E7C6-4D8E-BF45-BD8E9622BBB2}" destId="{99D06A43-9C58-4E2C-BE1C-5950F26D511D}" srcOrd="0" destOrd="0" parTransId="{AFF46D00-9AD4-4C71-B31D-590F62D10077}" sibTransId="{0F5855AA-C805-41DC-86B4-B47241792C7A}"/>
    <dgm:cxn modelId="{7DB213C6-6E3B-4A37-8471-2B24A0219883}" type="presOf" srcId="{28FEC8E0-E7C6-4D8E-BF45-BD8E9622BBB2}" destId="{2C647F54-C48D-44CA-87FB-5D5D52521D3D}" srcOrd="1" destOrd="0" presId="urn:microsoft.com/office/officeart/2005/8/layout/lProcess2"/>
    <dgm:cxn modelId="{2FD432C8-0E5F-42AC-93EC-DCD4AE5E1408}" type="presOf" srcId="{28A6FE9B-1458-4695-80B1-4BAC85B9261E}" destId="{FF1AC932-480E-4460-8FCB-9BAA465E54BE}" srcOrd="0" destOrd="0" presId="urn:microsoft.com/office/officeart/2005/8/layout/lProcess2"/>
    <dgm:cxn modelId="{D5B057C9-831B-4BF5-AC91-CBBF756EF6FB}" type="presOf" srcId="{BEB43807-D1A7-4FBD-8EB9-A2555D934119}" destId="{CA02D7B1-6EFB-4A7A-B09D-74F4E318D3F2}" srcOrd="0" destOrd="0" presId="urn:microsoft.com/office/officeart/2005/8/layout/lProcess2"/>
    <dgm:cxn modelId="{D5DB45CE-00B4-4DDD-9EB5-FA7C479948FE}" srcId="{BEB43807-D1A7-4FBD-8EB9-A2555D934119}" destId="{1E9C8255-4AD4-4DF9-93DD-D7785CC80CA3}" srcOrd="0" destOrd="0" parTransId="{C151FE29-420D-43A2-A466-6064BBE65AF4}" sibTransId="{12FF342D-D154-4F53-BE69-02BC7A34FCE8}"/>
    <dgm:cxn modelId="{370A6ADF-F453-4F48-BD30-405BD6B74C16}" type="presOf" srcId="{265D1DB9-2F03-4FA5-A48A-5C11A58B12CB}" destId="{CBB9644E-62C1-4664-9EA5-207E1750345C}" srcOrd="0" destOrd="0" presId="urn:microsoft.com/office/officeart/2005/8/layout/lProcess2"/>
    <dgm:cxn modelId="{02B3E8E1-753B-404B-A745-33DA1CD2FA1D}" type="presOf" srcId="{16A0F9E6-F282-4919-A004-86DF1E6D45F3}" destId="{A7877FD8-4B03-4C8F-A5C6-5CE555A4BBB3}" srcOrd="0" destOrd="0" presId="urn:microsoft.com/office/officeart/2005/8/layout/lProcess2"/>
    <dgm:cxn modelId="{032FA7EA-CCF7-4074-A21E-9349C461D911}" type="presOf" srcId="{130A66E2-358C-4482-84F9-AB2CCD934283}" destId="{AC8194D1-4531-4D48-9462-DBF976EE55D4}" srcOrd="0" destOrd="0" presId="urn:microsoft.com/office/officeart/2005/8/layout/lProcess2"/>
    <dgm:cxn modelId="{A90BCEED-C081-4CA2-8765-C3BDA5D6463F}" type="presOf" srcId="{D0822AA2-72A4-45B7-BDEB-B89821D09B78}" destId="{7EE6E618-48FB-42F3-B421-D9462A3B75A1}" srcOrd="0" destOrd="0" presId="urn:microsoft.com/office/officeart/2005/8/layout/lProcess2"/>
    <dgm:cxn modelId="{592D91F3-F64F-4B22-B167-4F55DD07EECA}" type="presOf" srcId="{99D06A43-9C58-4E2C-BE1C-5950F26D511D}" destId="{D375FFC8-6273-4D35-BBDC-64179F5AC723}" srcOrd="0" destOrd="0" presId="urn:microsoft.com/office/officeart/2005/8/layout/lProcess2"/>
    <dgm:cxn modelId="{A8803FF8-C867-4FF7-A167-451CB8479C0E}" srcId="{1E9C8255-4AD4-4DF9-93DD-D7785CC80CA3}" destId="{16A0F9E6-F282-4919-A004-86DF1E6D45F3}" srcOrd="1" destOrd="0" parTransId="{5BAF7879-74B6-4BA3-BACE-FEB4AA7B21BF}" sibTransId="{2439FB52-BC23-4540-B34F-9EA446521907}"/>
    <dgm:cxn modelId="{512E45FC-AAC1-426A-82DC-386505A330B7}" srcId="{1E9C8255-4AD4-4DF9-93DD-D7785CC80CA3}" destId="{28A6FE9B-1458-4695-80B1-4BAC85B9261E}" srcOrd="5" destOrd="0" parTransId="{71651F88-0195-4711-81B6-1B129269F71E}" sibTransId="{F0DA9DB3-0609-48E4-8199-656318A25095}"/>
    <dgm:cxn modelId="{AE4A9908-F912-49AD-8167-EA11ADCE2457}" type="presParOf" srcId="{CA02D7B1-6EFB-4A7A-B09D-74F4E318D3F2}" destId="{A413FD73-B5AA-43BE-BCA3-C70C12D95F0F}" srcOrd="0" destOrd="0" presId="urn:microsoft.com/office/officeart/2005/8/layout/lProcess2"/>
    <dgm:cxn modelId="{38A629C7-531C-4354-931E-25D42C896D6E}" type="presParOf" srcId="{A413FD73-B5AA-43BE-BCA3-C70C12D95F0F}" destId="{6E81B17F-3C0D-45A5-ACBF-A07799AFBD9E}" srcOrd="0" destOrd="0" presId="urn:microsoft.com/office/officeart/2005/8/layout/lProcess2"/>
    <dgm:cxn modelId="{EC2FF453-CC22-41E4-B03A-2DC12058F358}" type="presParOf" srcId="{A413FD73-B5AA-43BE-BCA3-C70C12D95F0F}" destId="{0B768411-6D2A-4263-BE95-E86F31AF0580}" srcOrd="1" destOrd="0" presId="urn:microsoft.com/office/officeart/2005/8/layout/lProcess2"/>
    <dgm:cxn modelId="{FD839C81-2427-40AE-B06E-E411D8F1BDC2}" type="presParOf" srcId="{A413FD73-B5AA-43BE-BCA3-C70C12D95F0F}" destId="{77517EC7-2019-40F4-BEAB-0C327D9F7401}" srcOrd="2" destOrd="0" presId="urn:microsoft.com/office/officeart/2005/8/layout/lProcess2"/>
    <dgm:cxn modelId="{8892532E-C68C-4047-8443-374849FC71C4}" type="presParOf" srcId="{77517EC7-2019-40F4-BEAB-0C327D9F7401}" destId="{50B764D6-6A26-45E7-B074-9AD09AC90729}" srcOrd="0" destOrd="0" presId="urn:microsoft.com/office/officeart/2005/8/layout/lProcess2"/>
    <dgm:cxn modelId="{6FEFF6F8-1273-4607-97BD-869C1CE22C0C}" type="presParOf" srcId="{50B764D6-6A26-45E7-B074-9AD09AC90729}" destId="{71CB55DA-3056-44D8-8E5C-CBAF06DB4D0D}" srcOrd="0" destOrd="0" presId="urn:microsoft.com/office/officeart/2005/8/layout/lProcess2"/>
    <dgm:cxn modelId="{92B641FE-5D9E-4354-8DDE-AE31B86CFBA8}" type="presParOf" srcId="{50B764D6-6A26-45E7-B074-9AD09AC90729}" destId="{35423731-5FB5-45CE-B527-6B0287E35840}" srcOrd="1" destOrd="0" presId="urn:microsoft.com/office/officeart/2005/8/layout/lProcess2"/>
    <dgm:cxn modelId="{0DEB4043-CFB6-4201-880C-FD3E6D2140B5}" type="presParOf" srcId="{50B764D6-6A26-45E7-B074-9AD09AC90729}" destId="{A7877FD8-4B03-4C8F-A5C6-5CE555A4BBB3}" srcOrd="2" destOrd="0" presId="urn:microsoft.com/office/officeart/2005/8/layout/lProcess2"/>
    <dgm:cxn modelId="{9CC14323-4FDF-4D25-85C6-28B5714D0A6B}" type="presParOf" srcId="{50B764D6-6A26-45E7-B074-9AD09AC90729}" destId="{64C09E67-1AC9-46E4-9776-403AC61D0C5A}" srcOrd="3" destOrd="0" presId="urn:microsoft.com/office/officeart/2005/8/layout/lProcess2"/>
    <dgm:cxn modelId="{620D66E0-FF70-463D-95F3-BFBB6DEDD165}" type="presParOf" srcId="{50B764D6-6A26-45E7-B074-9AD09AC90729}" destId="{7EE6E618-48FB-42F3-B421-D9462A3B75A1}" srcOrd="4" destOrd="0" presId="urn:microsoft.com/office/officeart/2005/8/layout/lProcess2"/>
    <dgm:cxn modelId="{24AFEF0C-EA7E-49A2-82AC-9AE4CC410C7D}" type="presParOf" srcId="{50B764D6-6A26-45E7-B074-9AD09AC90729}" destId="{1ED9AD38-5760-47D4-9A95-23D3055AC066}" srcOrd="5" destOrd="0" presId="urn:microsoft.com/office/officeart/2005/8/layout/lProcess2"/>
    <dgm:cxn modelId="{4E5A6F4F-2F6B-4368-8BF0-7D7CA93B8AD0}" type="presParOf" srcId="{50B764D6-6A26-45E7-B074-9AD09AC90729}" destId="{AC8194D1-4531-4D48-9462-DBF976EE55D4}" srcOrd="6" destOrd="0" presId="urn:microsoft.com/office/officeart/2005/8/layout/lProcess2"/>
    <dgm:cxn modelId="{2609738A-8FDC-40DC-9E92-48488FCB9161}" type="presParOf" srcId="{50B764D6-6A26-45E7-B074-9AD09AC90729}" destId="{C1B69EEC-3870-4413-9540-ED9D1DCD9CC0}" srcOrd="7" destOrd="0" presId="urn:microsoft.com/office/officeart/2005/8/layout/lProcess2"/>
    <dgm:cxn modelId="{EA6E5F26-099A-4DEB-B143-306DC9AE1DAB}" type="presParOf" srcId="{50B764D6-6A26-45E7-B074-9AD09AC90729}" destId="{A8B50004-CAF4-455C-B297-D03DDF402C9C}" srcOrd="8" destOrd="0" presId="urn:microsoft.com/office/officeart/2005/8/layout/lProcess2"/>
    <dgm:cxn modelId="{F68171C7-B700-4361-907C-2DF6124721BA}" type="presParOf" srcId="{50B764D6-6A26-45E7-B074-9AD09AC90729}" destId="{28396048-6B81-4A99-A6A9-40242AADC0DE}" srcOrd="9" destOrd="0" presId="urn:microsoft.com/office/officeart/2005/8/layout/lProcess2"/>
    <dgm:cxn modelId="{2D1DD83A-634E-4C7E-B26B-F04FCCDE1A13}" type="presParOf" srcId="{50B764D6-6A26-45E7-B074-9AD09AC90729}" destId="{FF1AC932-480E-4460-8FCB-9BAA465E54BE}" srcOrd="10" destOrd="0" presId="urn:microsoft.com/office/officeart/2005/8/layout/lProcess2"/>
    <dgm:cxn modelId="{0342655A-2C97-42FC-984F-0AE3C456FECB}" type="presParOf" srcId="{CA02D7B1-6EFB-4A7A-B09D-74F4E318D3F2}" destId="{8C0769F7-774D-4E98-955C-23D4CCACD426}" srcOrd="1" destOrd="0" presId="urn:microsoft.com/office/officeart/2005/8/layout/lProcess2"/>
    <dgm:cxn modelId="{18BB8989-22E3-4DC7-B9FD-70148857960D}" type="presParOf" srcId="{CA02D7B1-6EFB-4A7A-B09D-74F4E318D3F2}" destId="{BBEA214A-A078-4A3A-93E4-D4B5BB742531}" srcOrd="2" destOrd="0" presId="urn:microsoft.com/office/officeart/2005/8/layout/lProcess2"/>
    <dgm:cxn modelId="{BAE28974-1B76-4946-A11D-7EDC04A035B4}" type="presParOf" srcId="{BBEA214A-A078-4A3A-93E4-D4B5BB742531}" destId="{D109F7FE-D565-4C93-992E-DC934331EA79}" srcOrd="0" destOrd="0" presId="urn:microsoft.com/office/officeart/2005/8/layout/lProcess2"/>
    <dgm:cxn modelId="{F8F12AF0-E46B-4F05-9F97-D62B712B10C4}" type="presParOf" srcId="{BBEA214A-A078-4A3A-93E4-D4B5BB742531}" destId="{2C647F54-C48D-44CA-87FB-5D5D52521D3D}" srcOrd="1" destOrd="0" presId="urn:microsoft.com/office/officeart/2005/8/layout/lProcess2"/>
    <dgm:cxn modelId="{DACE45E3-DF32-4372-844D-CE31B5C132D1}" type="presParOf" srcId="{BBEA214A-A078-4A3A-93E4-D4B5BB742531}" destId="{872CE163-7BD6-468B-B5FA-E90FE5B9B298}" srcOrd="2" destOrd="0" presId="urn:microsoft.com/office/officeart/2005/8/layout/lProcess2"/>
    <dgm:cxn modelId="{93AF739D-A3DC-403D-B2B6-E14723BCDA42}" type="presParOf" srcId="{872CE163-7BD6-468B-B5FA-E90FE5B9B298}" destId="{AD7A968A-55E7-46EE-B6FF-DAEA0802F63B}" srcOrd="0" destOrd="0" presId="urn:microsoft.com/office/officeart/2005/8/layout/lProcess2"/>
    <dgm:cxn modelId="{DADCEBA6-398C-42CE-BE7F-A50DBE57D2FA}" type="presParOf" srcId="{AD7A968A-55E7-46EE-B6FF-DAEA0802F63B}" destId="{D375FFC8-6273-4D35-BBDC-64179F5AC723}" srcOrd="0" destOrd="0" presId="urn:microsoft.com/office/officeart/2005/8/layout/lProcess2"/>
    <dgm:cxn modelId="{99B732BA-638B-44B3-9888-3B886516D09B}" type="presParOf" srcId="{AD7A968A-55E7-46EE-B6FF-DAEA0802F63B}" destId="{94556BDF-5C86-4FB0-8FA9-2BD0E5C92D94}" srcOrd="1" destOrd="0" presId="urn:microsoft.com/office/officeart/2005/8/layout/lProcess2"/>
    <dgm:cxn modelId="{820107D4-3D87-49D0-942A-2ADF6712725D}" type="presParOf" srcId="{AD7A968A-55E7-46EE-B6FF-DAEA0802F63B}" destId="{CBB9644E-62C1-4664-9EA5-207E1750345C}" srcOrd="2" destOrd="0" presId="urn:microsoft.com/office/officeart/2005/8/layout/lProcess2"/>
    <dgm:cxn modelId="{4A4C27CA-9FD7-4E66-960B-5F4CD51847ED}" type="presParOf" srcId="{AD7A968A-55E7-46EE-B6FF-DAEA0802F63B}" destId="{ADF11F58-BD31-442C-971D-7FBC361DA97B}" srcOrd="3" destOrd="0" presId="urn:microsoft.com/office/officeart/2005/8/layout/lProcess2"/>
    <dgm:cxn modelId="{1CBEE69B-B516-4B84-A6DE-024767526544}" type="presParOf" srcId="{AD7A968A-55E7-46EE-B6FF-DAEA0802F63B}" destId="{4EE23F16-0D6F-4C09-A1D4-E67017E5A1E3}" srcOrd="4" destOrd="0" presId="urn:microsoft.com/office/officeart/2005/8/layout/lProcess2"/>
    <dgm:cxn modelId="{4E7FAE32-E692-4E23-9424-9511EAB88B61}" type="presParOf" srcId="{AD7A968A-55E7-46EE-B6FF-DAEA0802F63B}" destId="{D9489B69-2B1B-4CA8-97E6-091C7C6713A5}" srcOrd="5" destOrd="0" presId="urn:microsoft.com/office/officeart/2005/8/layout/lProcess2"/>
    <dgm:cxn modelId="{0B89BECF-0028-47E8-B58F-D519609EEF10}" type="presParOf" srcId="{AD7A968A-55E7-46EE-B6FF-DAEA0802F63B}" destId="{0A36F109-F3B6-4588-9D0E-FF2C5ECBFE00}" srcOrd="6" destOrd="0" presId="urn:microsoft.com/office/officeart/2005/8/layout/lProcess2"/>
    <dgm:cxn modelId="{3A17F5B2-8914-4706-9A9D-E4DF3A9EB39E}" type="presParOf" srcId="{AD7A968A-55E7-46EE-B6FF-DAEA0802F63B}" destId="{E82A8413-9768-46FA-9416-5A5381ACB010}" srcOrd="7" destOrd="0" presId="urn:microsoft.com/office/officeart/2005/8/layout/lProcess2"/>
    <dgm:cxn modelId="{E58F8121-42AF-4E17-8846-44D516DA94CF}" type="presParOf" srcId="{AD7A968A-55E7-46EE-B6FF-DAEA0802F63B}" destId="{E642B5D4-CADF-429E-A9C0-187578C69586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EB43807-D1A7-4FBD-8EB9-A2555D934119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E9C8255-4AD4-4DF9-93DD-D7785CC80CA3}">
      <dgm:prSet phldrT="[Text]"/>
      <dgm:spPr/>
      <dgm:t>
        <a:bodyPr/>
        <a:lstStyle/>
        <a:p>
          <a:pPr algn="ctr"/>
          <a:r>
            <a:rPr lang="en-US" b="1" dirty="0"/>
            <a:t>General Manager </a:t>
          </a:r>
        </a:p>
        <a:p>
          <a:pPr algn="ctr"/>
          <a:r>
            <a:rPr lang="en-US" b="1" dirty="0"/>
            <a:t>( Steve Kenfack)</a:t>
          </a:r>
        </a:p>
        <a:p>
          <a:pPr algn="l"/>
          <a:r>
            <a:rPr lang="en-US" dirty="0"/>
            <a:t>Finance &amp; Controlling, IT, HR</a:t>
          </a:r>
        </a:p>
      </dgm:t>
    </dgm:pt>
    <dgm:pt modelId="{C151FE29-420D-43A2-A466-6064BBE65AF4}" type="parTrans" cxnId="{D5DB45CE-00B4-4DDD-9EB5-FA7C479948FE}">
      <dgm:prSet/>
      <dgm:spPr/>
      <dgm:t>
        <a:bodyPr/>
        <a:lstStyle/>
        <a:p>
          <a:endParaRPr lang="en-US"/>
        </a:p>
      </dgm:t>
    </dgm:pt>
    <dgm:pt modelId="{12FF342D-D154-4F53-BE69-02BC7A34FCE8}" type="sibTrans" cxnId="{D5DB45CE-00B4-4DDD-9EB5-FA7C479948FE}">
      <dgm:prSet/>
      <dgm:spPr/>
      <dgm:t>
        <a:bodyPr/>
        <a:lstStyle/>
        <a:p>
          <a:endParaRPr lang="en-US"/>
        </a:p>
      </dgm:t>
    </dgm:pt>
    <dgm:pt modelId="{1712A955-8C3F-41BA-B770-E17FB19F6A8D}">
      <dgm:prSet phldrT="[Text]"/>
      <dgm:spPr/>
      <dgm:t>
        <a:bodyPr/>
        <a:lstStyle/>
        <a:p>
          <a:r>
            <a:rPr lang="en-US" dirty="0"/>
            <a:t>Acquisition manager</a:t>
          </a:r>
        </a:p>
        <a:p>
          <a:r>
            <a:rPr lang="en-US" b="1" dirty="0">
              <a:solidFill>
                <a:schemeClr val="tx1"/>
              </a:solidFill>
            </a:rPr>
            <a:t>(Steve Kenfack)</a:t>
          </a:r>
        </a:p>
      </dgm:t>
    </dgm:pt>
    <dgm:pt modelId="{703B8F6B-561E-409B-8465-83025EB6FBD8}" type="parTrans" cxnId="{B2282561-7B37-4AF1-904F-8D6F765611ED}">
      <dgm:prSet/>
      <dgm:spPr/>
      <dgm:t>
        <a:bodyPr/>
        <a:lstStyle/>
        <a:p>
          <a:endParaRPr lang="en-US"/>
        </a:p>
      </dgm:t>
    </dgm:pt>
    <dgm:pt modelId="{5315E2DC-7AF7-48AF-9DF6-78C44DEE3513}" type="sibTrans" cxnId="{B2282561-7B37-4AF1-904F-8D6F765611ED}">
      <dgm:prSet/>
      <dgm:spPr/>
      <dgm:t>
        <a:bodyPr/>
        <a:lstStyle/>
        <a:p>
          <a:endParaRPr lang="en-US"/>
        </a:p>
      </dgm:t>
    </dgm:pt>
    <dgm:pt modelId="{D0822AA2-72A4-45B7-BDEB-B89821D09B78}">
      <dgm:prSet phldrT="[Text]"/>
      <dgm:spPr/>
      <dgm:t>
        <a:bodyPr/>
        <a:lstStyle/>
        <a:p>
          <a:r>
            <a:rPr lang="en-US" dirty="0"/>
            <a:t>IT and license manager</a:t>
          </a:r>
        </a:p>
        <a:p>
          <a:r>
            <a:rPr lang="en-US" b="1" dirty="0">
              <a:solidFill>
                <a:schemeClr val="tx1"/>
              </a:solidFill>
            </a:rPr>
            <a:t>(Bydias Zambou)</a:t>
          </a:r>
        </a:p>
      </dgm:t>
    </dgm:pt>
    <dgm:pt modelId="{A434C644-EEEF-4AF8-A1CA-E1F33B90CEF3}" type="parTrans" cxnId="{132CADB1-5001-43E9-8275-849544244654}">
      <dgm:prSet/>
      <dgm:spPr/>
      <dgm:t>
        <a:bodyPr/>
        <a:lstStyle/>
        <a:p>
          <a:endParaRPr lang="en-US"/>
        </a:p>
      </dgm:t>
    </dgm:pt>
    <dgm:pt modelId="{3801693C-3FD3-4AAC-A5B1-4D67CB05DFC9}" type="sibTrans" cxnId="{132CADB1-5001-43E9-8275-849544244654}">
      <dgm:prSet/>
      <dgm:spPr/>
      <dgm:t>
        <a:bodyPr/>
        <a:lstStyle/>
        <a:p>
          <a:endParaRPr lang="en-US"/>
        </a:p>
      </dgm:t>
    </dgm:pt>
    <dgm:pt modelId="{28FEC8E0-E7C6-4D8E-BF45-BD8E9622BBB2}">
      <dgm:prSet phldrT="[Text]"/>
      <dgm:spPr/>
      <dgm:t>
        <a:bodyPr/>
        <a:lstStyle/>
        <a:p>
          <a:pPr algn="ctr"/>
          <a:r>
            <a:rPr lang="en-US" b="1" dirty="0"/>
            <a:t>General Manager </a:t>
          </a:r>
        </a:p>
        <a:p>
          <a:pPr algn="ctr"/>
          <a:r>
            <a:rPr lang="en-US" b="1" dirty="0"/>
            <a:t>( Bertrand Zambou)</a:t>
          </a:r>
        </a:p>
        <a:p>
          <a:pPr algn="just"/>
          <a:r>
            <a:rPr lang="en-US" b="0" dirty="0" err="1"/>
            <a:t>Prj</a:t>
          </a:r>
          <a:r>
            <a:rPr lang="en-US" b="0" dirty="0"/>
            <a:t>-/prod mgmt., Governance, Corp. I</a:t>
          </a:r>
        </a:p>
      </dgm:t>
    </dgm:pt>
    <dgm:pt modelId="{79F1E0CB-859F-45BB-B2D5-FCF75BAEF1AA}" type="parTrans" cxnId="{4E029220-DACE-42E8-A4F7-448A73A8BD92}">
      <dgm:prSet/>
      <dgm:spPr/>
      <dgm:t>
        <a:bodyPr/>
        <a:lstStyle/>
        <a:p>
          <a:endParaRPr lang="en-US"/>
        </a:p>
      </dgm:t>
    </dgm:pt>
    <dgm:pt modelId="{96DB8E84-13F5-4536-BBA8-FFA108DEBECB}" type="sibTrans" cxnId="{4E029220-DACE-42E8-A4F7-448A73A8BD92}">
      <dgm:prSet/>
      <dgm:spPr/>
      <dgm:t>
        <a:bodyPr/>
        <a:lstStyle/>
        <a:p>
          <a:endParaRPr lang="en-US"/>
        </a:p>
      </dgm:t>
    </dgm:pt>
    <dgm:pt modelId="{99D06A43-9C58-4E2C-BE1C-5950F26D511D}">
      <dgm:prSet phldrT="[Text]"/>
      <dgm:spPr/>
      <dgm:t>
        <a:bodyPr/>
        <a:lstStyle/>
        <a:p>
          <a:r>
            <a:rPr lang="en-US" dirty="0"/>
            <a:t> Project and Product development manager </a:t>
          </a:r>
        </a:p>
        <a:p>
          <a:r>
            <a:rPr lang="en-US" b="1" dirty="0">
              <a:solidFill>
                <a:schemeClr val="tx1"/>
              </a:solidFill>
            </a:rPr>
            <a:t>( </a:t>
          </a:r>
          <a:r>
            <a:rPr lang="en-US" b="1" dirty="0" err="1">
              <a:solidFill>
                <a:schemeClr val="tx1"/>
              </a:solidFill>
            </a:rPr>
            <a:t>Rochinel</a:t>
          </a:r>
          <a:r>
            <a:rPr lang="en-US" b="1" dirty="0">
              <a:solidFill>
                <a:schemeClr val="tx1"/>
              </a:solidFill>
            </a:rPr>
            <a:t> </a:t>
          </a:r>
          <a:r>
            <a:rPr lang="en-US" b="1" dirty="0" err="1">
              <a:solidFill>
                <a:schemeClr val="tx1"/>
              </a:solidFill>
            </a:rPr>
            <a:t>Feujio</a:t>
          </a:r>
          <a:r>
            <a:rPr lang="en-US" b="1" dirty="0">
              <a:solidFill>
                <a:schemeClr val="tx1"/>
              </a:solidFill>
            </a:rPr>
            <a:t>)</a:t>
          </a:r>
        </a:p>
      </dgm:t>
    </dgm:pt>
    <dgm:pt modelId="{AFF46D00-9AD4-4C71-B31D-590F62D10077}" type="parTrans" cxnId="{101AF7C1-1201-4216-B4D9-F8DF861F85EF}">
      <dgm:prSet/>
      <dgm:spPr/>
      <dgm:t>
        <a:bodyPr/>
        <a:lstStyle/>
        <a:p>
          <a:endParaRPr lang="en-US"/>
        </a:p>
      </dgm:t>
    </dgm:pt>
    <dgm:pt modelId="{0F5855AA-C805-41DC-86B4-B47241792C7A}" type="sibTrans" cxnId="{101AF7C1-1201-4216-B4D9-F8DF861F85EF}">
      <dgm:prSet/>
      <dgm:spPr/>
      <dgm:t>
        <a:bodyPr/>
        <a:lstStyle/>
        <a:p>
          <a:endParaRPr lang="en-US"/>
        </a:p>
      </dgm:t>
    </dgm:pt>
    <dgm:pt modelId="{268703E7-9945-4459-A933-0F92ADDBF550}">
      <dgm:prSet phldrT="[Text]"/>
      <dgm:spPr/>
      <dgm:t>
        <a:bodyPr/>
        <a:lstStyle/>
        <a:p>
          <a:r>
            <a:rPr lang="en-US" dirty="0"/>
            <a:t>Innovation manager</a:t>
          </a:r>
        </a:p>
        <a:p>
          <a:r>
            <a:rPr lang="en-US" b="1" dirty="0">
              <a:solidFill>
                <a:schemeClr val="tx1"/>
              </a:solidFill>
            </a:rPr>
            <a:t>(Dylan xx)</a:t>
          </a:r>
        </a:p>
      </dgm:t>
    </dgm:pt>
    <dgm:pt modelId="{5E3719F5-DA60-40CE-ADD9-0F18249FCBF8}" type="parTrans" cxnId="{CBC5D784-4B3B-4B69-AD29-AE4006E3C4BD}">
      <dgm:prSet/>
      <dgm:spPr/>
      <dgm:t>
        <a:bodyPr/>
        <a:lstStyle/>
        <a:p>
          <a:endParaRPr lang="en-US"/>
        </a:p>
      </dgm:t>
    </dgm:pt>
    <dgm:pt modelId="{BD7BD0D4-3E94-406A-9062-99659E55F205}" type="sibTrans" cxnId="{CBC5D784-4B3B-4B69-AD29-AE4006E3C4BD}">
      <dgm:prSet/>
      <dgm:spPr/>
      <dgm:t>
        <a:bodyPr/>
        <a:lstStyle/>
        <a:p>
          <a:endParaRPr lang="en-US"/>
        </a:p>
      </dgm:t>
    </dgm:pt>
    <dgm:pt modelId="{D5F9B003-7B01-467A-BDF3-7A6B3C7936B2}">
      <dgm:prSet phldrT="[Text]"/>
      <dgm:spPr/>
      <dgm:t>
        <a:bodyPr/>
        <a:lstStyle/>
        <a:p>
          <a:r>
            <a:rPr lang="en-US" dirty="0"/>
            <a:t>Enterprise Architect</a:t>
          </a:r>
        </a:p>
        <a:p>
          <a:r>
            <a:rPr lang="en-US" b="1" dirty="0">
              <a:solidFill>
                <a:schemeClr val="tx1"/>
              </a:solidFill>
            </a:rPr>
            <a:t>( Bertrand Zambou)</a:t>
          </a:r>
        </a:p>
      </dgm:t>
    </dgm:pt>
    <dgm:pt modelId="{5B2362D7-E25E-4005-AC00-E31C8DDEF4C0}" type="parTrans" cxnId="{D33BF61B-CB06-4B31-B9EF-9D79302E2C03}">
      <dgm:prSet/>
      <dgm:spPr/>
      <dgm:t>
        <a:bodyPr/>
        <a:lstStyle/>
        <a:p>
          <a:endParaRPr lang="en-US"/>
        </a:p>
      </dgm:t>
    </dgm:pt>
    <dgm:pt modelId="{A509FD49-D718-4666-819F-1B846F71331B}" type="sibTrans" cxnId="{D33BF61B-CB06-4B31-B9EF-9D79302E2C03}">
      <dgm:prSet/>
      <dgm:spPr/>
      <dgm:t>
        <a:bodyPr/>
        <a:lstStyle/>
        <a:p>
          <a:endParaRPr lang="en-US"/>
        </a:p>
      </dgm:t>
    </dgm:pt>
    <dgm:pt modelId="{19831DAA-6462-4834-B056-05C1AC2D3D53}">
      <dgm:prSet phldrT="[Text]"/>
      <dgm:spPr/>
      <dgm:t>
        <a:bodyPr/>
        <a:lstStyle/>
        <a:p>
          <a:r>
            <a:rPr lang="en-US" dirty="0"/>
            <a:t>Marketing manager</a:t>
          </a:r>
        </a:p>
        <a:p>
          <a:r>
            <a:rPr lang="en-US" b="1" dirty="0">
              <a:solidFill>
                <a:schemeClr val="tx1"/>
              </a:solidFill>
            </a:rPr>
            <a:t>(Bertrand Zambou)</a:t>
          </a:r>
        </a:p>
      </dgm:t>
    </dgm:pt>
    <dgm:pt modelId="{CD5145B5-B159-4B30-980D-77D9AF34B688}" type="parTrans" cxnId="{D5C2DD6A-1C25-41CA-9380-E149D3B7A5FC}">
      <dgm:prSet/>
      <dgm:spPr/>
      <dgm:t>
        <a:bodyPr/>
        <a:lstStyle/>
        <a:p>
          <a:endParaRPr lang="en-US"/>
        </a:p>
      </dgm:t>
    </dgm:pt>
    <dgm:pt modelId="{AF292A16-8EFD-4E8D-964A-578C42AE53FA}" type="sibTrans" cxnId="{D5C2DD6A-1C25-41CA-9380-E149D3B7A5FC}">
      <dgm:prSet/>
      <dgm:spPr/>
      <dgm:t>
        <a:bodyPr/>
        <a:lstStyle/>
        <a:p>
          <a:endParaRPr lang="en-US"/>
        </a:p>
      </dgm:t>
    </dgm:pt>
    <dgm:pt modelId="{B9404974-7851-4C74-9F27-D75B9A81E5F4}">
      <dgm:prSet phldrT="[Text]"/>
      <dgm:spPr/>
      <dgm:t>
        <a:bodyPr/>
        <a:lstStyle/>
        <a:p>
          <a:r>
            <a:rPr lang="en-US" dirty="0"/>
            <a:t>Chief Finance and controlling officer</a:t>
          </a:r>
        </a:p>
        <a:p>
          <a:r>
            <a:rPr lang="en-US" b="1" dirty="0">
              <a:solidFill>
                <a:schemeClr val="tx1"/>
              </a:solidFill>
            </a:rPr>
            <a:t>( Steve Kenfack) </a:t>
          </a:r>
        </a:p>
      </dgm:t>
    </dgm:pt>
    <dgm:pt modelId="{FC3EEF09-A427-4F54-BD74-C687985AEDF3}" type="parTrans" cxnId="{EEA75A7A-21E5-4FCE-AD2F-721B89D1DE9D}">
      <dgm:prSet/>
      <dgm:spPr/>
      <dgm:t>
        <a:bodyPr/>
        <a:lstStyle/>
        <a:p>
          <a:endParaRPr lang="en-US"/>
        </a:p>
      </dgm:t>
    </dgm:pt>
    <dgm:pt modelId="{108C57F9-22C5-4D65-8C6D-32B2DFB23126}" type="sibTrans" cxnId="{EEA75A7A-21E5-4FCE-AD2F-721B89D1DE9D}">
      <dgm:prSet/>
      <dgm:spPr/>
      <dgm:t>
        <a:bodyPr/>
        <a:lstStyle/>
        <a:p>
          <a:endParaRPr lang="en-US"/>
        </a:p>
      </dgm:t>
    </dgm:pt>
    <dgm:pt modelId="{130A66E2-358C-4482-84F9-AB2CCD934283}">
      <dgm:prSet phldrT="[Text]"/>
      <dgm:spPr/>
      <dgm:t>
        <a:bodyPr/>
        <a:lstStyle/>
        <a:p>
          <a:r>
            <a:rPr lang="en-US" dirty="0"/>
            <a:t>Purchasing and inventorying</a:t>
          </a:r>
        </a:p>
        <a:p>
          <a:r>
            <a:rPr lang="en-US" b="1" dirty="0">
              <a:solidFill>
                <a:schemeClr val="tx1"/>
              </a:solidFill>
            </a:rPr>
            <a:t>( Aicha Gaelle Zambou)</a:t>
          </a:r>
        </a:p>
      </dgm:t>
    </dgm:pt>
    <dgm:pt modelId="{A37B49DB-0221-4E4F-8AD2-1184CE84FD58}" type="parTrans" cxnId="{0A35AC82-06C8-4173-8753-04734BFAA6AB}">
      <dgm:prSet/>
      <dgm:spPr/>
      <dgm:t>
        <a:bodyPr/>
        <a:lstStyle/>
        <a:p>
          <a:endParaRPr lang="en-US"/>
        </a:p>
      </dgm:t>
    </dgm:pt>
    <dgm:pt modelId="{612E9D2E-4160-4D2A-BF52-5E5DB7C22013}" type="sibTrans" cxnId="{0A35AC82-06C8-4173-8753-04734BFAA6AB}">
      <dgm:prSet/>
      <dgm:spPr/>
      <dgm:t>
        <a:bodyPr/>
        <a:lstStyle/>
        <a:p>
          <a:endParaRPr lang="en-US"/>
        </a:p>
      </dgm:t>
    </dgm:pt>
    <dgm:pt modelId="{28A6FE9B-1458-4695-80B1-4BAC85B9261E}">
      <dgm:prSet phldrT="[Text]" custT="1"/>
      <dgm:spPr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27940" tIns="20955" rIns="27940" bIns="20955" numCol="1" spcCol="1270" anchor="ctr" anchorCtr="0"/>
        <a:lstStyle/>
        <a:p>
          <a:pPr marL="0"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prstClr val="white"/>
              </a:solidFill>
              <a:latin typeface="Century Gothic" panose="020B0502020202020204"/>
              <a:ea typeface="+mn-ea"/>
              <a:cs typeface="+mn-cs"/>
            </a:rPr>
            <a:t>Human resources</a:t>
          </a:r>
        </a:p>
        <a:p>
          <a:pPr marL="0"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  <a:latin typeface="Century Gothic" panose="020B0502020202020204"/>
              <a:ea typeface="+mn-ea"/>
              <a:cs typeface="+mn-cs"/>
            </a:rPr>
            <a:t>(Steve Kenfack)</a:t>
          </a:r>
        </a:p>
      </dgm:t>
    </dgm:pt>
    <dgm:pt modelId="{71651F88-0195-4711-81B6-1B129269F71E}" type="parTrans" cxnId="{512E45FC-AAC1-426A-82DC-386505A330B7}">
      <dgm:prSet/>
      <dgm:spPr/>
      <dgm:t>
        <a:bodyPr/>
        <a:lstStyle/>
        <a:p>
          <a:endParaRPr lang="en-US"/>
        </a:p>
      </dgm:t>
    </dgm:pt>
    <dgm:pt modelId="{F0DA9DB3-0609-48E4-8199-656318A25095}" type="sibTrans" cxnId="{512E45FC-AAC1-426A-82DC-386505A330B7}">
      <dgm:prSet/>
      <dgm:spPr/>
      <dgm:t>
        <a:bodyPr/>
        <a:lstStyle/>
        <a:p>
          <a:endParaRPr lang="en-US"/>
        </a:p>
      </dgm:t>
    </dgm:pt>
    <dgm:pt modelId="{265D1DB9-2F03-4FA5-A48A-5C11A58B12CB}">
      <dgm:prSet phldrT="[Text]" custT="1"/>
      <dgm:spPr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22860" tIns="17145" rIns="22860" bIns="17145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entury Gothic" panose="020B0502020202020204"/>
              <a:ea typeface="+mn-ea"/>
              <a:cs typeface="+mn-cs"/>
            </a:rPr>
            <a:t>Prototyping/ reverse Eng. Manager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  <a:latin typeface="Century Gothic" panose="020B0502020202020204"/>
              <a:ea typeface="+mn-ea"/>
              <a:cs typeface="+mn-cs"/>
            </a:rPr>
            <a:t>( Dylan xx )</a:t>
          </a:r>
        </a:p>
      </dgm:t>
    </dgm:pt>
    <dgm:pt modelId="{396375C2-E68A-4A02-9348-AC838A3964DD}" type="sibTrans" cxnId="{CD18E179-D05E-4E29-BEFD-87F27B08E6F3}">
      <dgm:prSet/>
      <dgm:spPr/>
      <dgm:t>
        <a:bodyPr/>
        <a:lstStyle/>
        <a:p>
          <a:endParaRPr lang="en-US"/>
        </a:p>
      </dgm:t>
    </dgm:pt>
    <dgm:pt modelId="{7A644594-3C7B-477B-8C15-74E9263B550C}" type="parTrans" cxnId="{CD18E179-D05E-4E29-BEFD-87F27B08E6F3}">
      <dgm:prSet/>
      <dgm:spPr/>
      <dgm:t>
        <a:bodyPr/>
        <a:lstStyle/>
        <a:p>
          <a:endParaRPr lang="en-US"/>
        </a:p>
      </dgm:t>
    </dgm:pt>
    <dgm:pt modelId="{16A0F9E6-F282-4919-A004-86DF1E6D45F3}">
      <dgm:prSet phldrT="[Text]" custT="1"/>
      <dgm:spPr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gm:spPr>
      <dgm:t>
        <a:bodyPr spcFirstLastPara="0" vert="horz" wrap="square" lIns="22860" tIns="17145" rIns="22860" bIns="17145" numCol="1" spcCol="1270" anchor="ctr" anchorCtr="0"/>
        <a:lstStyle/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entury Gothic" panose="020B0502020202020204"/>
              <a:ea typeface="+mn-ea"/>
              <a:cs typeface="+mn-cs"/>
            </a:rPr>
            <a:t>Product maintenance manager</a:t>
          </a:r>
        </a:p>
        <a:p>
          <a:pPr marL="0"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  <a:latin typeface="Century Gothic" panose="020B0502020202020204"/>
              <a:ea typeface="+mn-ea"/>
              <a:cs typeface="+mn-cs"/>
            </a:rPr>
            <a:t>(NN. )</a:t>
          </a:r>
        </a:p>
      </dgm:t>
    </dgm:pt>
    <dgm:pt modelId="{5BAF7879-74B6-4BA3-BACE-FEB4AA7B21BF}" type="parTrans" cxnId="{A8803FF8-C867-4FF7-A167-451CB8479C0E}">
      <dgm:prSet/>
      <dgm:spPr/>
      <dgm:t>
        <a:bodyPr/>
        <a:lstStyle/>
        <a:p>
          <a:endParaRPr lang="en-US"/>
        </a:p>
      </dgm:t>
    </dgm:pt>
    <dgm:pt modelId="{2439FB52-BC23-4540-B34F-9EA446521907}" type="sibTrans" cxnId="{A8803FF8-C867-4FF7-A167-451CB8479C0E}">
      <dgm:prSet/>
      <dgm:spPr/>
      <dgm:t>
        <a:bodyPr/>
        <a:lstStyle/>
        <a:p>
          <a:endParaRPr lang="en-US"/>
        </a:p>
      </dgm:t>
    </dgm:pt>
    <dgm:pt modelId="{CA02D7B1-6EFB-4A7A-B09D-74F4E318D3F2}" type="pres">
      <dgm:prSet presAssocID="{BEB43807-D1A7-4FBD-8EB9-A2555D934119}" presName="theList" presStyleCnt="0">
        <dgm:presLayoutVars>
          <dgm:dir/>
          <dgm:animLvl val="lvl"/>
          <dgm:resizeHandles val="exact"/>
        </dgm:presLayoutVars>
      </dgm:prSet>
      <dgm:spPr/>
    </dgm:pt>
    <dgm:pt modelId="{A413FD73-B5AA-43BE-BCA3-C70C12D95F0F}" type="pres">
      <dgm:prSet presAssocID="{1E9C8255-4AD4-4DF9-93DD-D7785CC80CA3}" presName="compNode" presStyleCnt="0"/>
      <dgm:spPr/>
    </dgm:pt>
    <dgm:pt modelId="{6E81B17F-3C0D-45A5-ACBF-A07799AFBD9E}" type="pres">
      <dgm:prSet presAssocID="{1E9C8255-4AD4-4DF9-93DD-D7785CC80CA3}" presName="aNode" presStyleLbl="bgShp" presStyleIdx="0" presStyleCnt="2" custLinFactNeighborX="7168" custLinFactNeighborY="-3746"/>
      <dgm:spPr/>
    </dgm:pt>
    <dgm:pt modelId="{0B768411-6D2A-4263-BE95-E86F31AF0580}" type="pres">
      <dgm:prSet presAssocID="{1E9C8255-4AD4-4DF9-93DD-D7785CC80CA3}" presName="textNode" presStyleLbl="bgShp" presStyleIdx="0" presStyleCnt="2"/>
      <dgm:spPr/>
    </dgm:pt>
    <dgm:pt modelId="{77517EC7-2019-40F4-BEAB-0C327D9F7401}" type="pres">
      <dgm:prSet presAssocID="{1E9C8255-4AD4-4DF9-93DD-D7785CC80CA3}" presName="compChildNode" presStyleCnt="0"/>
      <dgm:spPr/>
    </dgm:pt>
    <dgm:pt modelId="{50B764D6-6A26-45E7-B074-9AD09AC90729}" type="pres">
      <dgm:prSet presAssocID="{1E9C8255-4AD4-4DF9-93DD-D7785CC80CA3}" presName="theInnerList" presStyleCnt="0"/>
      <dgm:spPr/>
    </dgm:pt>
    <dgm:pt modelId="{71CB55DA-3056-44D8-8E5C-CBAF06DB4D0D}" type="pres">
      <dgm:prSet presAssocID="{1712A955-8C3F-41BA-B770-E17FB19F6A8D}" presName="childNode" presStyleLbl="node1" presStyleIdx="0" presStyleCnt="11">
        <dgm:presLayoutVars>
          <dgm:bulletEnabled val="1"/>
        </dgm:presLayoutVars>
      </dgm:prSet>
      <dgm:spPr/>
    </dgm:pt>
    <dgm:pt modelId="{35423731-5FB5-45CE-B527-6B0287E35840}" type="pres">
      <dgm:prSet presAssocID="{1712A955-8C3F-41BA-B770-E17FB19F6A8D}" presName="aSpace2" presStyleCnt="0"/>
      <dgm:spPr/>
    </dgm:pt>
    <dgm:pt modelId="{A7877FD8-4B03-4C8F-A5C6-5CE555A4BBB3}" type="pres">
      <dgm:prSet presAssocID="{16A0F9E6-F282-4919-A004-86DF1E6D45F3}" presName="childNode" presStyleLbl="node1" presStyleIdx="1" presStyleCnt="11">
        <dgm:presLayoutVars>
          <dgm:bulletEnabled val="1"/>
        </dgm:presLayoutVars>
      </dgm:prSet>
      <dgm:spPr>
        <a:xfrm>
          <a:off x="343678" y="1782616"/>
          <a:ext cx="2721141" cy="416588"/>
        </a:xfrm>
        <a:prstGeom prst="roundRect">
          <a:avLst>
            <a:gd name="adj" fmla="val 10000"/>
          </a:avLst>
        </a:prstGeom>
      </dgm:spPr>
    </dgm:pt>
    <dgm:pt modelId="{64C09E67-1AC9-46E4-9776-403AC61D0C5A}" type="pres">
      <dgm:prSet presAssocID="{16A0F9E6-F282-4919-A004-86DF1E6D45F3}" presName="aSpace2" presStyleCnt="0"/>
      <dgm:spPr/>
    </dgm:pt>
    <dgm:pt modelId="{7EE6E618-48FB-42F3-B421-D9462A3B75A1}" type="pres">
      <dgm:prSet presAssocID="{D0822AA2-72A4-45B7-BDEB-B89821D09B78}" presName="childNode" presStyleLbl="node1" presStyleIdx="2" presStyleCnt="11">
        <dgm:presLayoutVars>
          <dgm:bulletEnabled val="1"/>
        </dgm:presLayoutVars>
      </dgm:prSet>
      <dgm:spPr/>
    </dgm:pt>
    <dgm:pt modelId="{1ED9AD38-5760-47D4-9A95-23D3055AC066}" type="pres">
      <dgm:prSet presAssocID="{D0822AA2-72A4-45B7-BDEB-B89821D09B78}" presName="aSpace2" presStyleCnt="0"/>
      <dgm:spPr/>
    </dgm:pt>
    <dgm:pt modelId="{AC8194D1-4531-4D48-9462-DBF976EE55D4}" type="pres">
      <dgm:prSet presAssocID="{130A66E2-358C-4482-84F9-AB2CCD934283}" presName="childNode" presStyleLbl="node1" presStyleIdx="3" presStyleCnt="11">
        <dgm:presLayoutVars>
          <dgm:bulletEnabled val="1"/>
        </dgm:presLayoutVars>
      </dgm:prSet>
      <dgm:spPr/>
    </dgm:pt>
    <dgm:pt modelId="{C1B69EEC-3870-4413-9540-ED9D1DCD9CC0}" type="pres">
      <dgm:prSet presAssocID="{130A66E2-358C-4482-84F9-AB2CCD934283}" presName="aSpace2" presStyleCnt="0"/>
      <dgm:spPr/>
    </dgm:pt>
    <dgm:pt modelId="{A8B50004-CAF4-455C-B297-D03DDF402C9C}" type="pres">
      <dgm:prSet presAssocID="{B9404974-7851-4C74-9F27-D75B9A81E5F4}" presName="childNode" presStyleLbl="node1" presStyleIdx="4" presStyleCnt="11">
        <dgm:presLayoutVars>
          <dgm:bulletEnabled val="1"/>
        </dgm:presLayoutVars>
      </dgm:prSet>
      <dgm:spPr/>
    </dgm:pt>
    <dgm:pt modelId="{28396048-6B81-4A99-A6A9-40242AADC0DE}" type="pres">
      <dgm:prSet presAssocID="{B9404974-7851-4C74-9F27-D75B9A81E5F4}" presName="aSpace2" presStyleCnt="0"/>
      <dgm:spPr/>
    </dgm:pt>
    <dgm:pt modelId="{FF1AC932-480E-4460-8FCB-9BAA465E54BE}" type="pres">
      <dgm:prSet presAssocID="{28A6FE9B-1458-4695-80B1-4BAC85B9261E}" presName="childNode" presStyleLbl="node1" presStyleIdx="5" presStyleCnt="11">
        <dgm:presLayoutVars>
          <dgm:bulletEnabled val="1"/>
        </dgm:presLayoutVars>
      </dgm:prSet>
      <dgm:spPr>
        <a:xfrm>
          <a:off x="343678" y="3619339"/>
          <a:ext cx="2721141" cy="501971"/>
        </a:xfrm>
        <a:prstGeom prst="roundRect">
          <a:avLst>
            <a:gd name="adj" fmla="val 10000"/>
          </a:avLst>
        </a:prstGeom>
      </dgm:spPr>
    </dgm:pt>
    <dgm:pt modelId="{8C0769F7-774D-4E98-955C-23D4CCACD426}" type="pres">
      <dgm:prSet presAssocID="{1E9C8255-4AD4-4DF9-93DD-D7785CC80CA3}" presName="aSpace" presStyleCnt="0"/>
      <dgm:spPr/>
    </dgm:pt>
    <dgm:pt modelId="{BBEA214A-A078-4A3A-93E4-D4B5BB742531}" type="pres">
      <dgm:prSet presAssocID="{28FEC8E0-E7C6-4D8E-BF45-BD8E9622BBB2}" presName="compNode" presStyleCnt="0"/>
      <dgm:spPr/>
    </dgm:pt>
    <dgm:pt modelId="{D109F7FE-D565-4C93-992E-DC934331EA79}" type="pres">
      <dgm:prSet presAssocID="{28FEC8E0-E7C6-4D8E-BF45-BD8E9622BBB2}" presName="aNode" presStyleLbl="bgShp" presStyleIdx="1" presStyleCnt="2"/>
      <dgm:spPr/>
    </dgm:pt>
    <dgm:pt modelId="{2C647F54-C48D-44CA-87FB-5D5D52521D3D}" type="pres">
      <dgm:prSet presAssocID="{28FEC8E0-E7C6-4D8E-BF45-BD8E9622BBB2}" presName="textNode" presStyleLbl="bgShp" presStyleIdx="1" presStyleCnt="2"/>
      <dgm:spPr/>
    </dgm:pt>
    <dgm:pt modelId="{872CE163-7BD6-468B-B5FA-E90FE5B9B298}" type="pres">
      <dgm:prSet presAssocID="{28FEC8E0-E7C6-4D8E-BF45-BD8E9622BBB2}" presName="compChildNode" presStyleCnt="0"/>
      <dgm:spPr/>
    </dgm:pt>
    <dgm:pt modelId="{AD7A968A-55E7-46EE-B6FF-DAEA0802F63B}" type="pres">
      <dgm:prSet presAssocID="{28FEC8E0-E7C6-4D8E-BF45-BD8E9622BBB2}" presName="theInnerList" presStyleCnt="0"/>
      <dgm:spPr/>
    </dgm:pt>
    <dgm:pt modelId="{D375FFC8-6273-4D35-BBDC-64179F5AC723}" type="pres">
      <dgm:prSet presAssocID="{99D06A43-9C58-4E2C-BE1C-5950F26D511D}" presName="childNode" presStyleLbl="node1" presStyleIdx="6" presStyleCnt="11">
        <dgm:presLayoutVars>
          <dgm:bulletEnabled val="1"/>
        </dgm:presLayoutVars>
      </dgm:prSet>
      <dgm:spPr/>
    </dgm:pt>
    <dgm:pt modelId="{94556BDF-5C86-4FB0-8FA9-2BD0E5C92D94}" type="pres">
      <dgm:prSet presAssocID="{99D06A43-9C58-4E2C-BE1C-5950F26D511D}" presName="aSpace2" presStyleCnt="0"/>
      <dgm:spPr/>
    </dgm:pt>
    <dgm:pt modelId="{CBB9644E-62C1-4664-9EA5-207E1750345C}" type="pres">
      <dgm:prSet presAssocID="{265D1DB9-2F03-4FA5-A48A-5C11A58B12CB}" presName="childNode" presStyleLbl="node1" presStyleIdx="7" presStyleCnt="11">
        <dgm:presLayoutVars>
          <dgm:bulletEnabled val="1"/>
        </dgm:presLayoutVars>
      </dgm:prSet>
      <dgm:spPr>
        <a:xfrm>
          <a:off x="4000212" y="1881745"/>
          <a:ext cx="2721141" cy="501971"/>
        </a:xfrm>
        <a:prstGeom prst="roundRect">
          <a:avLst>
            <a:gd name="adj" fmla="val 10000"/>
          </a:avLst>
        </a:prstGeom>
      </dgm:spPr>
    </dgm:pt>
    <dgm:pt modelId="{ADF11F58-BD31-442C-971D-7FBC361DA97B}" type="pres">
      <dgm:prSet presAssocID="{265D1DB9-2F03-4FA5-A48A-5C11A58B12CB}" presName="aSpace2" presStyleCnt="0"/>
      <dgm:spPr/>
    </dgm:pt>
    <dgm:pt modelId="{4EE23F16-0D6F-4C09-A1D4-E67017E5A1E3}" type="pres">
      <dgm:prSet presAssocID="{268703E7-9945-4459-A933-0F92ADDBF550}" presName="childNode" presStyleLbl="node1" presStyleIdx="8" presStyleCnt="11">
        <dgm:presLayoutVars>
          <dgm:bulletEnabled val="1"/>
        </dgm:presLayoutVars>
      </dgm:prSet>
      <dgm:spPr/>
    </dgm:pt>
    <dgm:pt modelId="{D9489B69-2B1B-4CA8-97E6-091C7C6713A5}" type="pres">
      <dgm:prSet presAssocID="{268703E7-9945-4459-A933-0F92ADDBF550}" presName="aSpace2" presStyleCnt="0"/>
      <dgm:spPr/>
    </dgm:pt>
    <dgm:pt modelId="{0A36F109-F3B6-4588-9D0E-FF2C5ECBFE00}" type="pres">
      <dgm:prSet presAssocID="{19831DAA-6462-4834-B056-05C1AC2D3D53}" presName="childNode" presStyleLbl="node1" presStyleIdx="9" presStyleCnt="11">
        <dgm:presLayoutVars>
          <dgm:bulletEnabled val="1"/>
        </dgm:presLayoutVars>
      </dgm:prSet>
      <dgm:spPr/>
    </dgm:pt>
    <dgm:pt modelId="{E82A8413-9768-46FA-9416-5A5381ACB010}" type="pres">
      <dgm:prSet presAssocID="{19831DAA-6462-4834-B056-05C1AC2D3D53}" presName="aSpace2" presStyleCnt="0"/>
      <dgm:spPr/>
    </dgm:pt>
    <dgm:pt modelId="{E642B5D4-CADF-429E-A9C0-187578C69586}" type="pres">
      <dgm:prSet presAssocID="{D5F9B003-7B01-467A-BDF3-7A6B3C7936B2}" presName="childNode" presStyleLbl="node1" presStyleIdx="10" presStyleCnt="11" custLinFactNeighborX="618" custLinFactNeighborY="11171">
        <dgm:presLayoutVars>
          <dgm:bulletEnabled val="1"/>
        </dgm:presLayoutVars>
      </dgm:prSet>
      <dgm:spPr/>
    </dgm:pt>
  </dgm:ptLst>
  <dgm:cxnLst>
    <dgm:cxn modelId="{D33BF61B-CB06-4B31-B9EF-9D79302E2C03}" srcId="{28FEC8E0-E7C6-4D8E-BF45-BD8E9622BBB2}" destId="{D5F9B003-7B01-467A-BDF3-7A6B3C7936B2}" srcOrd="4" destOrd="0" parTransId="{5B2362D7-E25E-4005-AC00-E31C8DDEF4C0}" sibTransId="{A509FD49-D718-4666-819F-1B846F71331B}"/>
    <dgm:cxn modelId="{4E029220-DACE-42E8-A4F7-448A73A8BD92}" srcId="{BEB43807-D1A7-4FBD-8EB9-A2555D934119}" destId="{28FEC8E0-E7C6-4D8E-BF45-BD8E9622BBB2}" srcOrd="1" destOrd="0" parTransId="{79F1E0CB-859F-45BB-B2D5-FCF75BAEF1AA}" sibTransId="{96DB8E84-13F5-4536-BBA8-FFA108DEBECB}"/>
    <dgm:cxn modelId="{37006B2B-55C1-4E50-92B0-911570B0C729}" type="presOf" srcId="{B9404974-7851-4C74-9F27-D75B9A81E5F4}" destId="{A8B50004-CAF4-455C-B297-D03DDF402C9C}" srcOrd="0" destOrd="0" presId="urn:microsoft.com/office/officeart/2005/8/layout/lProcess2"/>
    <dgm:cxn modelId="{F821612D-DA05-4B8A-88CF-DB192CFE73A4}" type="presOf" srcId="{268703E7-9945-4459-A933-0F92ADDBF550}" destId="{4EE23F16-0D6F-4C09-A1D4-E67017E5A1E3}" srcOrd="0" destOrd="0" presId="urn:microsoft.com/office/officeart/2005/8/layout/lProcess2"/>
    <dgm:cxn modelId="{B67A2C2E-3599-4430-AF9D-0F6798FBE7EB}" type="presOf" srcId="{28FEC8E0-E7C6-4D8E-BF45-BD8E9622BBB2}" destId="{D109F7FE-D565-4C93-992E-DC934331EA79}" srcOrd="0" destOrd="0" presId="urn:microsoft.com/office/officeart/2005/8/layout/lProcess2"/>
    <dgm:cxn modelId="{3C6F545E-73DA-4E6F-A44E-1C960515EBE7}" type="presOf" srcId="{19831DAA-6462-4834-B056-05C1AC2D3D53}" destId="{0A36F109-F3B6-4588-9D0E-FF2C5ECBFE00}" srcOrd="0" destOrd="0" presId="urn:microsoft.com/office/officeart/2005/8/layout/lProcess2"/>
    <dgm:cxn modelId="{B2282561-7B37-4AF1-904F-8D6F765611ED}" srcId="{1E9C8255-4AD4-4DF9-93DD-D7785CC80CA3}" destId="{1712A955-8C3F-41BA-B770-E17FB19F6A8D}" srcOrd="0" destOrd="0" parTransId="{703B8F6B-561E-409B-8465-83025EB6FBD8}" sibTransId="{5315E2DC-7AF7-48AF-9DF6-78C44DEE3513}"/>
    <dgm:cxn modelId="{08D46065-53CC-4714-9F47-FE9E228BBB4D}" type="presOf" srcId="{1712A955-8C3F-41BA-B770-E17FB19F6A8D}" destId="{71CB55DA-3056-44D8-8E5C-CBAF06DB4D0D}" srcOrd="0" destOrd="0" presId="urn:microsoft.com/office/officeart/2005/8/layout/lProcess2"/>
    <dgm:cxn modelId="{D5C2DD6A-1C25-41CA-9380-E149D3B7A5FC}" srcId="{28FEC8E0-E7C6-4D8E-BF45-BD8E9622BBB2}" destId="{19831DAA-6462-4834-B056-05C1AC2D3D53}" srcOrd="3" destOrd="0" parTransId="{CD5145B5-B159-4B30-980D-77D9AF34B688}" sibTransId="{AF292A16-8EFD-4E8D-964A-578C42AE53FA}"/>
    <dgm:cxn modelId="{7996546F-E5FA-493E-9B26-36E72518C617}" type="presOf" srcId="{1E9C8255-4AD4-4DF9-93DD-D7785CC80CA3}" destId="{0B768411-6D2A-4263-BE95-E86F31AF0580}" srcOrd="1" destOrd="0" presId="urn:microsoft.com/office/officeart/2005/8/layout/lProcess2"/>
    <dgm:cxn modelId="{A36F0878-1EB7-469E-9B90-22D76D9FCEAA}" type="presOf" srcId="{D5F9B003-7B01-467A-BDF3-7A6B3C7936B2}" destId="{E642B5D4-CADF-429E-A9C0-187578C69586}" srcOrd="0" destOrd="0" presId="urn:microsoft.com/office/officeart/2005/8/layout/lProcess2"/>
    <dgm:cxn modelId="{CD18E179-D05E-4E29-BEFD-87F27B08E6F3}" srcId="{28FEC8E0-E7C6-4D8E-BF45-BD8E9622BBB2}" destId="{265D1DB9-2F03-4FA5-A48A-5C11A58B12CB}" srcOrd="1" destOrd="0" parTransId="{7A644594-3C7B-477B-8C15-74E9263B550C}" sibTransId="{396375C2-E68A-4A02-9348-AC838A3964DD}"/>
    <dgm:cxn modelId="{EEA75A7A-21E5-4FCE-AD2F-721B89D1DE9D}" srcId="{1E9C8255-4AD4-4DF9-93DD-D7785CC80CA3}" destId="{B9404974-7851-4C74-9F27-D75B9A81E5F4}" srcOrd="4" destOrd="0" parTransId="{FC3EEF09-A427-4F54-BD74-C687985AEDF3}" sibTransId="{108C57F9-22C5-4D65-8C6D-32B2DFB23126}"/>
    <dgm:cxn modelId="{0A35AC82-06C8-4173-8753-04734BFAA6AB}" srcId="{1E9C8255-4AD4-4DF9-93DD-D7785CC80CA3}" destId="{130A66E2-358C-4482-84F9-AB2CCD934283}" srcOrd="3" destOrd="0" parTransId="{A37B49DB-0221-4E4F-8AD2-1184CE84FD58}" sibTransId="{612E9D2E-4160-4D2A-BF52-5E5DB7C22013}"/>
    <dgm:cxn modelId="{CBC5D784-4B3B-4B69-AD29-AE4006E3C4BD}" srcId="{28FEC8E0-E7C6-4D8E-BF45-BD8E9622BBB2}" destId="{268703E7-9945-4459-A933-0F92ADDBF550}" srcOrd="2" destOrd="0" parTransId="{5E3719F5-DA60-40CE-ADD9-0F18249FCBF8}" sibTransId="{BD7BD0D4-3E94-406A-9062-99659E55F205}"/>
    <dgm:cxn modelId="{132CADB1-5001-43E9-8275-849544244654}" srcId="{1E9C8255-4AD4-4DF9-93DD-D7785CC80CA3}" destId="{D0822AA2-72A4-45B7-BDEB-B89821D09B78}" srcOrd="2" destOrd="0" parTransId="{A434C644-EEEF-4AF8-A1CA-E1F33B90CEF3}" sibTransId="{3801693C-3FD3-4AAC-A5B1-4D67CB05DFC9}"/>
    <dgm:cxn modelId="{776D87B3-8125-4E37-8BB2-396380F3D12E}" type="presOf" srcId="{1E9C8255-4AD4-4DF9-93DD-D7785CC80CA3}" destId="{6E81B17F-3C0D-45A5-ACBF-A07799AFBD9E}" srcOrd="0" destOrd="0" presId="urn:microsoft.com/office/officeart/2005/8/layout/lProcess2"/>
    <dgm:cxn modelId="{101AF7C1-1201-4216-B4D9-F8DF861F85EF}" srcId="{28FEC8E0-E7C6-4D8E-BF45-BD8E9622BBB2}" destId="{99D06A43-9C58-4E2C-BE1C-5950F26D511D}" srcOrd="0" destOrd="0" parTransId="{AFF46D00-9AD4-4C71-B31D-590F62D10077}" sibTransId="{0F5855AA-C805-41DC-86B4-B47241792C7A}"/>
    <dgm:cxn modelId="{7DB213C6-6E3B-4A37-8471-2B24A0219883}" type="presOf" srcId="{28FEC8E0-E7C6-4D8E-BF45-BD8E9622BBB2}" destId="{2C647F54-C48D-44CA-87FB-5D5D52521D3D}" srcOrd="1" destOrd="0" presId="urn:microsoft.com/office/officeart/2005/8/layout/lProcess2"/>
    <dgm:cxn modelId="{2FD432C8-0E5F-42AC-93EC-DCD4AE5E1408}" type="presOf" srcId="{28A6FE9B-1458-4695-80B1-4BAC85B9261E}" destId="{FF1AC932-480E-4460-8FCB-9BAA465E54BE}" srcOrd="0" destOrd="0" presId="urn:microsoft.com/office/officeart/2005/8/layout/lProcess2"/>
    <dgm:cxn modelId="{D5B057C9-831B-4BF5-AC91-CBBF756EF6FB}" type="presOf" srcId="{BEB43807-D1A7-4FBD-8EB9-A2555D934119}" destId="{CA02D7B1-6EFB-4A7A-B09D-74F4E318D3F2}" srcOrd="0" destOrd="0" presId="urn:microsoft.com/office/officeart/2005/8/layout/lProcess2"/>
    <dgm:cxn modelId="{D5DB45CE-00B4-4DDD-9EB5-FA7C479948FE}" srcId="{BEB43807-D1A7-4FBD-8EB9-A2555D934119}" destId="{1E9C8255-4AD4-4DF9-93DD-D7785CC80CA3}" srcOrd="0" destOrd="0" parTransId="{C151FE29-420D-43A2-A466-6064BBE65AF4}" sibTransId="{12FF342D-D154-4F53-BE69-02BC7A34FCE8}"/>
    <dgm:cxn modelId="{370A6ADF-F453-4F48-BD30-405BD6B74C16}" type="presOf" srcId="{265D1DB9-2F03-4FA5-A48A-5C11A58B12CB}" destId="{CBB9644E-62C1-4664-9EA5-207E1750345C}" srcOrd="0" destOrd="0" presId="urn:microsoft.com/office/officeart/2005/8/layout/lProcess2"/>
    <dgm:cxn modelId="{02B3E8E1-753B-404B-A745-33DA1CD2FA1D}" type="presOf" srcId="{16A0F9E6-F282-4919-A004-86DF1E6D45F3}" destId="{A7877FD8-4B03-4C8F-A5C6-5CE555A4BBB3}" srcOrd="0" destOrd="0" presId="urn:microsoft.com/office/officeart/2005/8/layout/lProcess2"/>
    <dgm:cxn modelId="{032FA7EA-CCF7-4074-A21E-9349C461D911}" type="presOf" srcId="{130A66E2-358C-4482-84F9-AB2CCD934283}" destId="{AC8194D1-4531-4D48-9462-DBF976EE55D4}" srcOrd="0" destOrd="0" presId="urn:microsoft.com/office/officeart/2005/8/layout/lProcess2"/>
    <dgm:cxn modelId="{A90BCEED-C081-4CA2-8765-C3BDA5D6463F}" type="presOf" srcId="{D0822AA2-72A4-45B7-BDEB-B89821D09B78}" destId="{7EE6E618-48FB-42F3-B421-D9462A3B75A1}" srcOrd="0" destOrd="0" presId="urn:microsoft.com/office/officeart/2005/8/layout/lProcess2"/>
    <dgm:cxn modelId="{592D91F3-F64F-4B22-B167-4F55DD07EECA}" type="presOf" srcId="{99D06A43-9C58-4E2C-BE1C-5950F26D511D}" destId="{D375FFC8-6273-4D35-BBDC-64179F5AC723}" srcOrd="0" destOrd="0" presId="urn:microsoft.com/office/officeart/2005/8/layout/lProcess2"/>
    <dgm:cxn modelId="{A8803FF8-C867-4FF7-A167-451CB8479C0E}" srcId="{1E9C8255-4AD4-4DF9-93DD-D7785CC80CA3}" destId="{16A0F9E6-F282-4919-A004-86DF1E6D45F3}" srcOrd="1" destOrd="0" parTransId="{5BAF7879-74B6-4BA3-BACE-FEB4AA7B21BF}" sibTransId="{2439FB52-BC23-4540-B34F-9EA446521907}"/>
    <dgm:cxn modelId="{512E45FC-AAC1-426A-82DC-386505A330B7}" srcId="{1E9C8255-4AD4-4DF9-93DD-D7785CC80CA3}" destId="{28A6FE9B-1458-4695-80B1-4BAC85B9261E}" srcOrd="5" destOrd="0" parTransId="{71651F88-0195-4711-81B6-1B129269F71E}" sibTransId="{F0DA9DB3-0609-48E4-8199-656318A25095}"/>
    <dgm:cxn modelId="{AE4A9908-F912-49AD-8167-EA11ADCE2457}" type="presParOf" srcId="{CA02D7B1-6EFB-4A7A-B09D-74F4E318D3F2}" destId="{A413FD73-B5AA-43BE-BCA3-C70C12D95F0F}" srcOrd="0" destOrd="0" presId="urn:microsoft.com/office/officeart/2005/8/layout/lProcess2"/>
    <dgm:cxn modelId="{38A629C7-531C-4354-931E-25D42C896D6E}" type="presParOf" srcId="{A413FD73-B5AA-43BE-BCA3-C70C12D95F0F}" destId="{6E81B17F-3C0D-45A5-ACBF-A07799AFBD9E}" srcOrd="0" destOrd="0" presId="urn:microsoft.com/office/officeart/2005/8/layout/lProcess2"/>
    <dgm:cxn modelId="{EC2FF453-CC22-41E4-B03A-2DC12058F358}" type="presParOf" srcId="{A413FD73-B5AA-43BE-BCA3-C70C12D95F0F}" destId="{0B768411-6D2A-4263-BE95-E86F31AF0580}" srcOrd="1" destOrd="0" presId="urn:microsoft.com/office/officeart/2005/8/layout/lProcess2"/>
    <dgm:cxn modelId="{FD839C81-2427-40AE-B06E-E411D8F1BDC2}" type="presParOf" srcId="{A413FD73-B5AA-43BE-BCA3-C70C12D95F0F}" destId="{77517EC7-2019-40F4-BEAB-0C327D9F7401}" srcOrd="2" destOrd="0" presId="urn:microsoft.com/office/officeart/2005/8/layout/lProcess2"/>
    <dgm:cxn modelId="{8892532E-C68C-4047-8443-374849FC71C4}" type="presParOf" srcId="{77517EC7-2019-40F4-BEAB-0C327D9F7401}" destId="{50B764D6-6A26-45E7-B074-9AD09AC90729}" srcOrd="0" destOrd="0" presId="urn:microsoft.com/office/officeart/2005/8/layout/lProcess2"/>
    <dgm:cxn modelId="{6FEFF6F8-1273-4607-97BD-869C1CE22C0C}" type="presParOf" srcId="{50B764D6-6A26-45E7-B074-9AD09AC90729}" destId="{71CB55DA-3056-44D8-8E5C-CBAF06DB4D0D}" srcOrd="0" destOrd="0" presId="urn:microsoft.com/office/officeart/2005/8/layout/lProcess2"/>
    <dgm:cxn modelId="{92B641FE-5D9E-4354-8DDE-AE31B86CFBA8}" type="presParOf" srcId="{50B764D6-6A26-45E7-B074-9AD09AC90729}" destId="{35423731-5FB5-45CE-B527-6B0287E35840}" srcOrd="1" destOrd="0" presId="urn:microsoft.com/office/officeart/2005/8/layout/lProcess2"/>
    <dgm:cxn modelId="{0DEB4043-CFB6-4201-880C-FD3E6D2140B5}" type="presParOf" srcId="{50B764D6-6A26-45E7-B074-9AD09AC90729}" destId="{A7877FD8-4B03-4C8F-A5C6-5CE555A4BBB3}" srcOrd="2" destOrd="0" presId="urn:microsoft.com/office/officeart/2005/8/layout/lProcess2"/>
    <dgm:cxn modelId="{9CC14323-4FDF-4D25-85C6-28B5714D0A6B}" type="presParOf" srcId="{50B764D6-6A26-45E7-B074-9AD09AC90729}" destId="{64C09E67-1AC9-46E4-9776-403AC61D0C5A}" srcOrd="3" destOrd="0" presId="urn:microsoft.com/office/officeart/2005/8/layout/lProcess2"/>
    <dgm:cxn modelId="{620D66E0-FF70-463D-95F3-BFBB6DEDD165}" type="presParOf" srcId="{50B764D6-6A26-45E7-B074-9AD09AC90729}" destId="{7EE6E618-48FB-42F3-B421-D9462A3B75A1}" srcOrd="4" destOrd="0" presId="urn:microsoft.com/office/officeart/2005/8/layout/lProcess2"/>
    <dgm:cxn modelId="{24AFEF0C-EA7E-49A2-82AC-9AE4CC410C7D}" type="presParOf" srcId="{50B764D6-6A26-45E7-B074-9AD09AC90729}" destId="{1ED9AD38-5760-47D4-9A95-23D3055AC066}" srcOrd="5" destOrd="0" presId="urn:microsoft.com/office/officeart/2005/8/layout/lProcess2"/>
    <dgm:cxn modelId="{4E5A6F4F-2F6B-4368-8BF0-7D7CA93B8AD0}" type="presParOf" srcId="{50B764D6-6A26-45E7-B074-9AD09AC90729}" destId="{AC8194D1-4531-4D48-9462-DBF976EE55D4}" srcOrd="6" destOrd="0" presId="urn:microsoft.com/office/officeart/2005/8/layout/lProcess2"/>
    <dgm:cxn modelId="{2609738A-8FDC-40DC-9E92-48488FCB9161}" type="presParOf" srcId="{50B764D6-6A26-45E7-B074-9AD09AC90729}" destId="{C1B69EEC-3870-4413-9540-ED9D1DCD9CC0}" srcOrd="7" destOrd="0" presId="urn:microsoft.com/office/officeart/2005/8/layout/lProcess2"/>
    <dgm:cxn modelId="{EA6E5F26-099A-4DEB-B143-306DC9AE1DAB}" type="presParOf" srcId="{50B764D6-6A26-45E7-B074-9AD09AC90729}" destId="{A8B50004-CAF4-455C-B297-D03DDF402C9C}" srcOrd="8" destOrd="0" presId="urn:microsoft.com/office/officeart/2005/8/layout/lProcess2"/>
    <dgm:cxn modelId="{F68171C7-B700-4361-907C-2DF6124721BA}" type="presParOf" srcId="{50B764D6-6A26-45E7-B074-9AD09AC90729}" destId="{28396048-6B81-4A99-A6A9-40242AADC0DE}" srcOrd="9" destOrd="0" presId="urn:microsoft.com/office/officeart/2005/8/layout/lProcess2"/>
    <dgm:cxn modelId="{2D1DD83A-634E-4C7E-B26B-F04FCCDE1A13}" type="presParOf" srcId="{50B764D6-6A26-45E7-B074-9AD09AC90729}" destId="{FF1AC932-480E-4460-8FCB-9BAA465E54BE}" srcOrd="10" destOrd="0" presId="urn:microsoft.com/office/officeart/2005/8/layout/lProcess2"/>
    <dgm:cxn modelId="{0342655A-2C97-42FC-984F-0AE3C456FECB}" type="presParOf" srcId="{CA02D7B1-6EFB-4A7A-B09D-74F4E318D3F2}" destId="{8C0769F7-774D-4E98-955C-23D4CCACD426}" srcOrd="1" destOrd="0" presId="urn:microsoft.com/office/officeart/2005/8/layout/lProcess2"/>
    <dgm:cxn modelId="{18BB8989-22E3-4DC7-B9FD-70148857960D}" type="presParOf" srcId="{CA02D7B1-6EFB-4A7A-B09D-74F4E318D3F2}" destId="{BBEA214A-A078-4A3A-93E4-D4B5BB742531}" srcOrd="2" destOrd="0" presId="urn:microsoft.com/office/officeart/2005/8/layout/lProcess2"/>
    <dgm:cxn modelId="{BAE28974-1B76-4946-A11D-7EDC04A035B4}" type="presParOf" srcId="{BBEA214A-A078-4A3A-93E4-D4B5BB742531}" destId="{D109F7FE-D565-4C93-992E-DC934331EA79}" srcOrd="0" destOrd="0" presId="urn:microsoft.com/office/officeart/2005/8/layout/lProcess2"/>
    <dgm:cxn modelId="{F8F12AF0-E46B-4F05-9F97-D62B712B10C4}" type="presParOf" srcId="{BBEA214A-A078-4A3A-93E4-D4B5BB742531}" destId="{2C647F54-C48D-44CA-87FB-5D5D52521D3D}" srcOrd="1" destOrd="0" presId="urn:microsoft.com/office/officeart/2005/8/layout/lProcess2"/>
    <dgm:cxn modelId="{DACE45E3-DF32-4372-844D-CE31B5C132D1}" type="presParOf" srcId="{BBEA214A-A078-4A3A-93E4-D4B5BB742531}" destId="{872CE163-7BD6-468B-B5FA-E90FE5B9B298}" srcOrd="2" destOrd="0" presId="urn:microsoft.com/office/officeart/2005/8/layout/lProcess2"/>
    <dgm:cxn modelId="{93AF739D-A3DC-403D-B2B6-E14723BCDA42}" type="presParOf" srcId="{872CE163-7BD6-468B-B5FA-E90FE5B9B298}" destId="{AD7A968A-55E7-46EE-B6FF-DAEA0802F63B}" srcOrd="0" destOrd="0" presId="urn:microsoft.com/office/officeart/2005/8/layout/lProcess2"/>
    <dgm:cxn modelId="{DADCEBA6-398C-42CE-BE7F-A50DBE57D2FA}" type="presParOf" srcId="{AD7A968A-55E7-46EE-B6FF-DAEA0802F63B}" destId="{D375FFC8-6273-4D35-BBDC-64179F5AC723}" srcOrd="0" destOrd="0" presId="urn:microsoft.com/office/officeart/2005/8/layout/lProcess2"/>
    <dgm:cxn modelId="{99B732BA-638B-44B3-9888-3B886516D09B}" type="presParOf" srcId="{AD7A968A-55E7-46EE-B6FF-DAEA0802F63B}" destId="{94556BDF-5C86-4FB0-8FA9-2BD0E5C92D94}" srcOrd="1" destOrd="0" presId="urn:microsoft.com/office/officeart/2005/8/layout/lProcess2"/>
    <dgm:cxn modelId="{820107D4-3D87-49D0-942A-2ADF6712725D}" type="presParOf" srcId="{AD7A968A-55E7-46EE-B6FF-DAEA0802F63B}" destId="{CBB9644E-62C1-4664-9EA5-207E1750345C}" srcOrd="2" destOrd="0" presId="urn:microsoft.com/office/officeart/2005/8/layout/lProcess2"/>
    <dgm:cxn modelId="{4A4C27CA-9FD7-4E66-960B-5F4CD51847ED}" type="presParOf" srcId="{AD7A968A-55E7-46EE-B6FF-DAEA0802F63B}" destId="{ADF11F58-BD31-442C-971D-7FBC361DA97B}" srcOrd="3" destOrd="0" presId="urn:microsoft.com/office/officeart/2005/8/layout/lProcess2"/>
    <dgm:cxn modelId="{1CBEE69B-B516-4B84-A6DE-024767526544}" type="presParOf" srcId="{AD7A968A-55E7-46EE-B6FF-DAEA0802F63B}" destId="{4EE23F16-0D6F-4C09-A1D4-E67017E5A1E3}" srcOrd="4" destOrd="0" presId="urn:microsoft.com/office/officeart/2005/8/layout/lProcess2"/>
    <dgm:cxn modelId="{4E7FAE32-E692-4E23-9424-9511EAB88B61}" type="presParOf" srcId="{AD7A968A-55E7-46EE-B6FF-DAEA0802F63B}" destId="{D9489B69-2B1B-4CA8-97E6-091C7C6713A5}" srcOrd="5" destOrd="0" presId="urn:microsoft.com/office/officeart/2005/8/layout/lProcess2"/>
    <dgm:cxn modelId="{0B89BECF-0028-47E8-B58F-D519609EEF10}" type="presParOf" srcId="{AD7A968A-55E7-46EE-B6FF-DAEA0802F63B}" destId="{0A36F109-F3B6-4588-9D0E-FF2C5ECBFE00}" srcOrd="6" destOrd="0" presId="urn:microsoft.com/office/officeart/2005/8/layout/lProcess2"/>
    <dgm:cxn modelId="{3A17F5B2-8914-4706-9A9D-E4DF3A9EB39E}" type="presParOf" srcId="{AD7A968A-55E7-46EE-B6FF-DAEA0802F63B}" destId="{E82A8413-9768-46FA-9416-5A5381ACB010}" srcOrd="7" destOrd="0" presId="urn:microsoft.com/office/officeart/2005/8/layout/lProcess2"/>
    <dgm:cxn modelId="{E58F8121-42AF-4E17-8846-44D516DA94CF}" type="presParOf" srcId="{AD7A968A-55E7-46EE-B6FF-DAEA0802F63B}" destId="{E642B5D4-CADF-429E-A9C0-187578C69586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75577E9-C943-4DCC-B2BC-A91E0A65D48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142B900-C255-4872-BE23-5D414ADB567A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Task:</a:t>
          </a:r>
        </a:p>
      </dgm:t>
    </dgm:pt>
    <dgm:pt modelId="{2A3C2668-93CA-4080-AA53-0F308890FC37}" type="parTrans" cxnId="{CD0EBE78-89E6-4AB8-8158-F345C4940EFD}">
      <dgm:prSet/>
      <dgm:spPr/>
      <dgm:t>
        <a:bodyPr/>
        <a:lstStyle/>
        <a:p>
          <a:endParaRPr lang="en-US"/>
        </a:p>
      </dgm:t>
    </dgm:pt>
    <dgm:pt modelId="{AEED701A-A8CB-4D8B-9DAD-20F9DEDF60DB}" type="sibTrans" cxnId="{CD0EBE78-89E6-4AB8-8158-F345C4940EFD}">
      <dgm:prSet/>
      <dgm:spPr/>
      <dgm:t>
        <a:bodyPr/>
        <a:lstStyle/>
        <a:p>
          <a:endParaRPr lang="en-US"/>
        </a:p>
      </dgm:t>
    </dgm:pt>
    <dgm:pt modelId="{9C82EA77-7A05-41CA-A680-B76CAE6CBCAF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Responsibility:</a:t>
          </a:r>
        </a:p>
      </dgm:t>
    </dgm:pt>
    <dgm:pt modelId="{BEFE8509-95B5-4049-AAF7-0552818FE779}" type="parTrans" cxnId="{F2021E2C-93E7-4D06-8FC8-91A12CAE425F}">
      <dgm:prSet/>
      <dgm:spPr/>
      <dgm:t>
        <a:bodyPr/>
        <a:lstStyle/>
        <a:p>
          <a:endParaRPr lang="en-US"/>
        </a:p>
      </dgm:t>
    </dgm:pt>
    <dgm:pt modelId="{93A0259D-3CC7-4E22-A70E-AEC6E799C208}" type="sibTrans" cxnId="{F2021E2C-93E7-4D06-8FC8-91A12CAE425F}">
      <dgm:prSet/>
      <dgm:spPr/>
      <dgm:t>
        <a:bodyPr/>
        <a:lstStyle/>
        <a:p>
          <a:endParaRPr lang="en-US"/>
        </a:p>
      </dgm:t>
    </dgm:pt>
    <dgm:pt modelId="{D7500CE0-3E31-4F93-A798-E39CA5F4C57E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Authority:</a:t>
          </a:r>
        </a:p>
      </dgm:t>
    </dgm:pt>
    <dgm:pt modelId="{DDAF88E9-5FA7-4561-A711-164049894E70}" type="parTrans" cxnId="{3743EC77-F61E-4129-B464-1DF44CFD2058}">
      <dgm:prSet/>
      <dgm:spPr/>
      <dgm:t>
        <a:bodyPr/>
        <a:lstStyle/>
        <a:p>
          <a:endParaRPr lang="en-US"/>
        </a:p>
      </dgm:t>
    </dgm:pt>
    <dgm:pt modelId="{FA2990FD-8F97-4BFD-B0C8-475C9E8A9752}" type="sibTrans" cxnId="{3743EC77-F61E-4129-B464-1DF44CFD2058}">
      <dgm:prSet/>
      <dgm:spPr/>
      <dgm:t>
        <a:bodyPr/>
        <a:lstStyle/>
        <a:p>
          <a:endParaRPr lang="en-US"/>
        </a:p>
      </dgm:t>
    </dgm:pt>
    <dgm:pt modelId="{F457B8EE-0730-4E02-83BB-CCE90BD2B2B7}">
      <dgm:prSet phldrT="[Text]"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Competence:</a:t>
          </a:r>
        </a:p>
      </dgm:t>
    </dgm:pt>
    <dgm:pt modelId="{77C91F22-B0E2-4ECE-8D7F-028164438515}" type="parTrans" cxnId="{E565B4FB-2A65-4869-A27F-AD82CEA352EB}">
      <dgm:prSet/>
      <dgm:spPr/>
      <dgm:t>
        <a:bodyPr/>
        <a:lstStyle/>
        <a:p>
          <a:endParaRPr lang="en-US"/>
        </a:p>
      </dgm:t>
    </dgm:pt>
    <dgm:pt modelId="{9EDC4A8E-2400-43DD-9340-1B2731BEC012}" type="sibTrans" cxnId="{E565B4FB-2A65-4869-A27F-AD82CEA352EB}">
      <dgm:prSet/>
      <dgm:spPr/>
      <dgm:t>
        <a:bodyPr/>
        <a:lstStyle/>
        <a:p>
          <a:endParaRPr lang="en-US"/>
        </a:p>
      </dgm:t>
    </dgm:pt>
    <dgm:pt modelId="{A41A1ED5-D63C-44EB-AC36-E3FAB4A47FE1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Conduct acquisition projects to find business contracts</a:t>
          </a:r>
        </a:p>
      </dgm:t>
    </dgm:pt>
    <dgm:pt modelId="{BD2A38BB-66DD-42A4-9F2E-07B813459AC4}" type="parTrans" cxnId="{559BF8A8-9E63-4B9B-B3C5-CAF6FC5906E2}">
      <dgm:prSet/>
      <dgm:spPr/>
      <dgm:t>
        <a:bodyPr/>
        <a:lstStyle/>
        <a:p>
          <a:endParaRPr lang="en-US"/>
        </a:p>
      </dgm:t>
    </dgm:pt>
    <dgm:pt modelId="{0965BBA9-91A7-429A-9962-133E684D544D}" type="sibTrans" cxnId="{559BF8A8-9E63-4B9B-B3C5-CAF6FC5906E2}">
      <dgm:prSet/>
      <dgm:spPr/>
      <dgm:t>
        <a:bodyPr/>
        <a:lstStyle/>
        <a:p>
          <a:endParaRPr lang="en-US"/>
        </a:p>
      </dgm:t>
    </dgm:pt>
    <dgm:pt modelId="{0E2B36B6-597C-4730-8B09-43E2C7D11FBE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Technical expertise ( in at least one domain HW/ SW/ Mech)</a:t>
          </a:r>
        </a:p>
      </dgm:t>
    </dgm:pt>
    <dgm:pt modelId="{03EAAC47-2965-4E20-9390-C0CDD288ADF9}" type="parTrans" cxnId="{736BB881-9877-415A-B59C-A5BF730CBD57}">
      <dgm:prSet/>
      <dgm:spPr/>
      <dgm:t>
        <a:bodyPr/>
        <a:lstStyle/>
        <a:p>
          <a:endParaRPr lang="en-US"/>
        </a:p>
      </dgm:t>
    </dgm:pt>
    <dgm:pt modelId="{AABD31FE-367E-4820-A7B7-CC9F8CE59B86}" type="sibTrans" cxnId="{736BB881-9877-415A-B59C-A5BF730CBD57}">
      <dgm:prSet/>
      <dgm:spPr/>
      <dgm:t>
        <a:bodyPr/>
        <a:lstStyle/>
        <a:p>
          <a:endParaRPr lang="en-US"/>
        </a:p>
      </dgm:t>
    </dgm:pt>
    <dgm:pt modelId="{AC9B9E42-91EA-4743-BE7A-19B7F811BD1D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Acquisition process know-how ( pricing, negotiation, …) </a:t>
          </a:r>
        </a:p>
      </dgm:t>
    </dgm:pt>
    <dgm:pt modelId="{6F7126C4-0739-4110-A184-834E9EB5F773}" type="parTrans" cxnId="{1506275E-7A4E-4CA9-AA5F-0ECE187F9D23}">
      <dgm:prSet/>
      <dgm:spPr/>
      <dgm:t>
        <a:bodyPr/>
        <a:lstStyle/>
        <a:p>
          <a:endParaRPr lang="en-US"/>
        </a:p>
      </dgm:t>
    </dgm:pt>
    <dgm:pt modelId="{87C52471-5F72-4B2F-BB7D-A59C91851C67}" type="sibTrans" cxnId="{1506275E-7A4E-4CA9-AA5F-0ECE187F9D23}">
      <dgm:prSet/>
      <dgm:spPr/>
      <dgm:t>
        <a:bodyPr/>
        <a:lstStyle/>
        <a:p>
          <a:endParaRPr lang="en-US"/>
        </a:p>
      </dgm:t>
    </dgm:pt>
    <dgm:pt modelId="{85956AE1-D7E0-4B12-BA45-1D41C0C8B45D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Presentation communication and social skills</a:t>
          </a:r>
        </a:p>
      </dgm:t>
    </dgm:pt>
    <dgm:pt modelId="{D35CCFAD-1629-4BB7-BEA1-30348CBF1242}" type="parTrans" cxnId="{02F5E0F4-53D6-4BB6-AD69-0F01386A9151}">
      <dgm:prSet/>
      <dgm:spPr/>
      <dgm:t>
        <a:bodyPr/>
        <a:lstStyle/>
        <a:p>
          <a:endParaRPr lang="en-US"/>
        </a:p>
      </dgm:t>
    </dgm:pt>
    <dgm:pt modelId="{96DDFB40-E55B-4EB5-B3B5-263D4A449BD2}" type="sibTrans" cxnId="{02F5E0F4-53D6-4BB6-AD69-0F01386A9151}">
      <dgm:prSet/>
      <dgm:spPr/>
      <dgm:t>
        <a:bodyPr/>
        <a:lstStyle/>
        <a:p>
          <a:endParaRPr lang="en-US"/>
        </a:p>
      </dgm:t>
    </dgm:pt>
    <dgm:pt modelId="{EE742C7A-5588-4CF5-AF5E-ED31A8986231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English language</a:t>
          </a:r>
        </a:p>
      </dgm:t>
    </dgm:pt>
    <dgm:pt modelId="{121EC34B-A947-4F1B-BAC9-56EC2CDFCC51}" type="parTrans" cxnId="{B7869F0B-2CBA-4225-A37C-D48F956A0FA5}">
      <dgm:prSet/>
      <dgm:spPr/>
      <dgm:t>
        <a:bodyPr/>
        <a:lstStyle/>
        <a:p>
          <a:endParaRPr lang="en-US"/>
        </a:p>
      </dgm:t>
    </dgm:pt>
    <dgm:pt modelId="{BA09832B-B5C4-4A78-B115-992A241DA4A6}" type="sibTrans" cxnId="{B7869F0B-2CBA-4225-A37C-D48F956A0FA5}">
      <dgm:prSet/>
      <dgm:spPr/>
      <dgm:t>
        <a:bodyPr/>
        <a:lstStyle/>
        <a:p>
          <a:endParaRPr lang="en-US"/>
        </a:p>
      </dgm:t>
    </dgm:pt>
    <dgm:pt modelId="{BA74AB6D-B22C-431C-93AC-1DF9EA76DAE0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Escalation to Management</a:t>
          </a:r>
        </a:p>
      </dgm:t>
    </dgm:pt>
    <dgm:pt modelId="{257C4B32-1EE9-4B6B-BEC6-09E76F1C5E88}" type="parTrans" cxnId="{0A8F05AA-C8B7-4781-B601-BBD1F9861521}">
      <dgm:prSet/>
      <dgm:spPr/>
      <dgm:t>
        <a:bodyPr/>
        <a:lstStyle/>
        <a:p>
          <a:endParaRPr lang="en-US"/>
        </a:p>
      </dgm:t>
    </dgm:pt>
    <dgm:pt modelId="{AFD45C4F-3997-4060-8E82-DC1F0206B549}" type="sibTrans" cxnId="{0A8F05AA-C8B7-4781-B601-BBD1F9861521}">
      <dgm:prSet/>
      <dgm:spPr/>
      <dgm:t>
        <a:bodyPr/>
        <a:lstStyle/>
        <a:p>
          <a:endParaRPr lang="en-US"/>
        </a:p>
      </dgm:t>
    </dgm:pt>
    <dgm:pt modelId="{FD8BB03D-9980-41D7-97B9-6434623C352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exceed of budget up to the defined limitation</a:t>
          </a:r>
        </a:p>
      </dgm:t>
    </dgm:pt>
    <dgm:pt modelId="{AB36737D-652F-48C0-9726-F76EDC3BC207}" type="parTrans" cxnId="{B4EBFB54-B5F1-4594-95CB-EC09565AA889}">
      <dgm:prSet/>
      <dgm:spPr/>
      <dgm:t>
        <a:bodyPr/>
        <a:lstStyle/>
        <a:p>
          <a:endParaRPr lang="en-US"/>
        </a:p>
      </dgm:t>
    </dgm:pt>
    <dgm:pt modelId="{30FF8927-8327-461E-83BF-92D068F63079}" type="sibTrans" cxnId="{B4EBFB54-B5F1-4594-95CB-EC09565AA889}">
      <dgm:prSet/>
      <dgm:spPr/>
      <dgm:t>
        <a:bodyPr/>
        <a:lstStyle/>
        <a:p>
          <a:endParaRPr lang="en-US"/>
        </a:p>
      </dgm:t>
    </dgm:pt>
    <dgm:pt modelId="{8735E054-6414-499F-B7AD-F0A87015EA08}">
      <dgm:prSet phldrT="[Text]"/>
      <dgm:spPr/>
      <dgm:t>
        <a:bodyPr/>
        <a:lstStyle/>
        <a:p>
          <a:endParaRPr lang="en-US" dirty="0">
            <a:solidFill>
              <a:schemeClr val="tx1"/>
            </a:solidFill>
          </a:endParaRPr>
        </a:p>
      </dgm:t>
    </dgm:pt>
    <dgm:pt modelId="{629BFE9B-0960-426D-9CE1-EA0BFA6F896C}" type="parTrans" cxnId="{1D9E8DA5-ECD3-462C-8B15-17B0F9012698}">
      <dgm:prSet/>
      <dgm:spPr/>
      <dgm:t>
        <a:bodyPr/>
        <a:lstStyle/>
        <a:p>
          <a:endParaRPr lang="en-US"/>
        </a:p>
      </dgm:t>
    </dgm:pt>
    <dgm:pt modelId="{211FE6D8-5EDF-45B7-868E-B1902DFD5D1E}" type="sibTrans" cxnId="{1D9E8DA5-ECD3-462C-8B15-17B0F9012698}">
      <dgm:prSet/>
      <dgm:spPr/>
      <dgm:t>
        <a:bodyPr/>
        <a:lstStyle/>
        <a:p>
          <a:endParaRPr lang="en-US"/>
        </a:p>
      </dgm:t>
    </dgm:pt>
    <dgm:pt modelId="{64C3544A-6461-4391-B9B6-75F2AB3840A8}">
      <dgm:prSet phldrT="[Text]"/>
      <dgm:spPr/>
      <dgm:t>
        <a:bodyPr/>
        <a:lstStyle/>
        <a:p>
          <a:endParaRPr lang="en-US" b="0" dirty="0"/>
        </a:p>
      </dgm:t>
    </dgm:pt>
    <dgm:pt modelId="{94D4F8DD-2E23-4A86-8BC8-8AE573D6922E}" type="parTrans" cxnId="{2C70F7DF-594B-4E28-8EF6-194A5E7CEA6D}">
      <dgm:prSet/>
      <dgm:spPr/>
      <dgm:t>
        <a:bodyPr/>
        <a:lstStyle/>
        <a:p>
          <a:endParaRPr lang="en-US"/>
        </a:p>
      </dgm:t>
    </dgm:pt>
    <dgm:pt modelId="{4D55DDC2-63B0-4C8F-B3E6-F0DAD72FE25E}" type="sibTrans" cxnId="{2C70F7DF-594B-4E28-8EF6-194A5E7CEA6D}">
      <dgm:prSet/>
      <dgm:spPr/>
      <dgm:t>
        <a:bodyPr/>
        <a:lstStyle/>
        <a:p>
          <a:endParaRPr lang="en-US"/>
        </a:p>
      </dgm:t>
    </dgm:pt>
    <dgm:pt modelId="{EA78BD93-0151-48C3-BFCC-3D5F1FC35B7B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Perform Market analysis </a:t>
          </a:r>
        </a:p>
      </dgm:t>
    </dgm:pt>
    <dgm:pt modelId="{77C42733-789B-4ADC-9D93-024CBFC8BB6B}" type="parTrans" cxnId="{9F149C42-82B5-4A64-A4A5-A30B501C28BC}">
      <dgm:prSet/>
      <dgm:spPr/>
      <dgm:t>
        <a:bodyPr/>
        <a:lstStyle/>
        <a:p>
          <a:endParaRPr lang="en-US"/>
        </a:p>
      </dgm:t>
    </dgm:pt>
    <dgm:pt modelId="{63FCF34A-2ADE-4322-AFDC-72DE4D01861F}" type="sibTrans" cxnId="{9F149C42-82B5-4A64-A4A5-A30B501C28BC}">
      <dgm:prSet/>
      <dgm:spPr/>
      <dgm:t>
        <a:bodyPr/>
        <a:lstStyle/>
        <a:p>
          <a:endParaRPr lang="en-US"/>
        </a:p>
      </dgm:t>
    </dgm:pt>
    <dgm:pt modelId="{B1720831-10BB-41DA-B115-40515398A673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 Perform continuous improvement on acquisition processes</a:t>
          </a:r>
        </a:p>
      </dgm:t>
    </dgm:pt>
    <dgm:pt modelId="{829E080F-64BE-42E5-9822-C449B461B398}" type="parTrans" cxnId="{459647DF-7E9B-464F-98D0-479B48D4B83F}">
      <dgm:prSet/>
      <dgm:spPr/>
      <dgm:t>
        <a:bodyPr/>
        <a:lstStyle/>
        <a:p>
          <a:endParaRPr lang="en-US"/>
        </a:p>
      </dgm:t>
    </dgm:pt>
    <dgm:pt modelId="{2541CF68-5857-4716-81D3-19856FBACE71}" type="sibTrans" cxnId="{459647DF-7E9B-464F-98D0-479B48D4B83F}">
      <dgm:prSet/>
      <dgm:spPr/>
      <dgm:t>
        <a:bodyPr/>
        <a:lstStyle/>
        <a:p>
          <a:endParaRPr lang="en-US"/>
        </a:p>
      </dgm:t>
    </dgm:pt>
    <dgm:pt modelId="{5224C31B-B1B6-4DB1-AF17-E05968AFD3CE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Identify trends and needs for business growth</a:t>
          </a:r>
        </a:p>
      </dgm:t>
    </dgm:pt>
    <dgm:pt modelId="{0FCBE971-407A-4C5B-801F-ABB12825AEF3}" type="parTrans" cxnId="{2B35CA5F-1553-4ED6-84B4-B7A39C6AACC1}">
      <dgm:prSet/>
      <dgm:spPr/>
      <dgm:t>
        <a:bodyPr/>
        <a:lstStyle/>
        <a:p>
          <a:endParaRPr lang="en-US"/>
        </a:p>
      </dgm:t>
    </dgm:pt>
    <dgm:pt modelId="{0CA8B771-98B4-4537-B1D3-FC2AAE6C3937}" type="sibTrans" cxnId="{2B35CA5F-1553-4ED6-84B4-B7A39C6AACC1}">
      <dgm:prSet/>
      <dgm:spPr/>
      <dgm:t>
        <a:bodyPr/>
        <a:lstStyle/>
        <a:p>
          <a:endParaRPr lang="en-US"/>
        </a:p>
      </dgm:t>
    </dgm:pt>
    <dgm:pt modelId="{C45783BA-4466-41B9-B33B-2B1A8A2A46CD}">
      <dgm:prSet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Build the bridge between Customers and Technical organization</a:t>
          </a:r>
        </a:p>
      </dgm:t>
    </dgm:pt>
    <dgm:pt modelId="{5AC1166C-B7D1-4431-A767-0E0A39940F93}" type="parTrans" cxnId="{FB48A523-8AF9-45E6-9B98-51ABB91CBC71}">
      <dgm:prSet/>
      <dgm:spPr/>
      <dgm:t>
        <a:bodyPr/>
        <a:lstStyle/>
        <a:p>
          <a:endParaRPr lang="en-US"/>
        </a:p>
      </dgm:t>
    </dgm:pt>
    <dgm:pt modelId="{5D917798-C162-4207-B821-C2E46D4887E1}" type="sibTrans" cxnId="{FB48A523-8AF9-45E6-9B98-51ABB91CBC71}">
      <dgm:prSet/>
      <dgm:spPr/>
      <dgm:t>
        <a:bodyPr/>
        <a:lstStyle/>
        <a:p>
          <a:endParaRPr lang="en-US"/>
        </a:p>
      </dgm:t>
    </dgm:pt>
    <dgm:pt modelId="{78312F62-5006-4722-9EDB-8E1CC727130E}">
      <dgm:prSet/>
      <dgm:spPr/>
      <dgm:t>
        <a:bodyPr/>
        <a:lstStyle/>
        <a:p>
          <a:endParaRPr lang="en-US" dirty="0">
            <a:solidFill>
              <a:schemeClr val="tx1"/>
            </a:solidFill>
          </a:endParaRPr>
        </a:p>
      </dgm:t>
    </dgm:pt>
    <dgm:pt modelId="{C405B1C5-F98F-4659-8A2F-CAD0DABE8BA5}" type="parTrans" cxnId="{C1B5C8B5-9FF2-4FF5-BCBF-8B53453519FD}">
      <dgm:prSet/>
      <dgm:spPr/>
      <dgm:t>
        <a:bodyPr/>
        <a:lstStyle/>
        <a:p>
          <a:endParaRPr lang="en-US"/>
        </a:p>
      </dgm:t>
    </dgm:pt>
    <dgm:pt modelId="{BA0B1BC3-A749-4848-8584-5CCC8C31B9C8}" type="sibTrans" cxnId="{C1B5C8B5-9FF2-4FF5-BCBF-8B53453519FD}">
      <dgm:prSet/>
      <dgm:spPr/>
      <dgm:t>
        <a:bodyPr/>
        <a:lstStyle/>
        <a:p>
          <a:endParaRPr lang="en-US"/>
        </a:p>
      </dgm:t>
    </dgm:pt>
    <dgm:pt modelId="{A3064419-3F20-4941-8981-B797A4F7CAA3}">
      <dgm:prSet phldrT="[Text]"/>
      <dgm:spPr/>
      <dgm:t>
        <a:bodyPr/>
        <a:lstStyle/>
        <a:p>
          <a:r>
            <a:rPr lang="en-US" b="0" dirty="0">
              <a:solidFill>
                <a:schemeClr val="tx1"/>
              </a:solidFill>
            </a:rPr>
            <a:t>Acquisition strategy</a:t>
          </a:r>
        </a:p>
      </dgm:t>
    </dgm:pt>
    <dgm:pt modelId="{E7F0D4A4-B214-4723-93C1-7E9A8B057D56}" type="parTrans" cxnId="{815ABEF3-01F8-46F0-BF19-288E1219F2E5}">
      <dgm:prSet/>
      <dgm:spPr/>
      <dgm:t>
        <a:bodyPr/>
        <a:lstStyle/>
        <a:p>
          <a:endParaRPr lang="en-US"/>
        </a:p>
      </dgm:t>
    </dgm:pt>
    <dgm:pt modelId="{924327A7-AB1B-4AD6-BD1E-855127AEEE4F}" type="sibTrans" cxnId="{815ABEF3-01F8-46F0-BF19-288E1219F2E5}">
      <dgm:prSet/>
      <dgm:spPr/>
      <dgm:t>
        <a:bodyPr/>
        <a:lstStyle/>
        <a:p>
          <a:endParaRPr lang="en-US"/>
        </a:p>
      </dgm:t>
    </dgm:pt>
    <dgm:pt modelId="{25145F6C-98E2-4AA3-8218-611E24982E9A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Decision on </a:t>
          </a:r>
        </a:p>
      </dgm:t>
    </dgm:pt>
    <dgm:pt modelId="{A90FFDBD-B2B2-4FB6-A247-137AF22DB669}" type="parTrans" cxnId="{3DAB5735-86CF-4A49-BEB1-2080086FFBED}">
      <dgm:prSet/>
      <dgm:spPr/>
      <dgm:t>
        <a:bodyPr/>
        <a:lstStyle/>
        <a:p>
          <a:endParaRPr lang="en-US"/>
        </a:p>
      </dgm:t>
    </dgm:pt>
    <dgm:pt modelId="{C3074C08-8B53-4F02-9893-9EA152897103}" type="sibTrans" cxnId="{3DAB5735-86CF-4A49-BEB1-2080086FFBED}">
      <dgm:prSet/>
      <dgm:spPr/>
      <dgm:t>
        <a:bodyPr/>
        <a:lstStyle/>
        <a:p>
          <a:endParaRPr lang="en-US"/>
        </a:p>
      </dgm:t>
    </dgm:pt>
    <dgm:pt modelId="{9E99A6A2-E492-4A7B-935B-BFC7F0EEEC3F}">
      <dgm:prSet phldrT="[Text]"/>
      <dgm:spPr/>
      <dgm:t>
        <a:bodyPr/>
        <a:lstStyle/>
        <a:p>
          <a:r>
            <a:rPr lang="en-US" b="0" dirty="0">
              <a:solidFill>
                <a:schemeClr val="tx1"/>
              </a:solidFill>
            </a:rPr>
            <a:t>Right Market observation</a:t>
          </a:r>
        </a:p>
      </dgm:t>
    </dgm:pt>
    <dgm:pt modelId="{2CE8D60F-C1ED-4CC6-A406-27F66137FB09}" type="parTrans" cxnId="{1CFCD595-84BA-43B6-8692-9C11BF7B9917}">
      <dgm:prSet/>
      <dgm:spPr/>
      <dgm:t>
        <a:bodyPr/>
        <a:lstStyle/>
        <a:p>
          <a:endParaRPr lang="en-US"/>
        </a:p>
      </dgm:t>
    </dgm:pt>
    <dgm:pt modelId="{CE1894EA-7EBA-4575-84F8-C75ACC82AE22}" type="sibTrans" cxnId="{1CFCD595-84BA-43B6-8692-9C11BF7B9917}">
      <dgm:prSet/>
      <dgm:spPr/>
      <dgm:t>
        <a:bodyPr/>
        <a:lstStyle/>
        <a:p>
          <a:endParaRPr lang="en-US"/>
        </a:p>
      </dgm:t>
    </dgm:pt>
    <dgm:pt modelId="{71408D70-59BC-41DB-8E53-51B972F23573}">
      <dgm:prSet phldrT="[Text]"/>
      <dgm:spPr/>
      <dgm:t>
        <a:bodyPr/>
        <a:lstStyle/>
        <a:p>
          <a:r>
            <a:rPr lang="en-US" b="0" dirty="0">
              <a:solidFill>
                <a:schemeClr val="tx1"/>
              </a:solidFill>
            </a:rPr>
            <a:t>Process quality and process implementation</a:t>
          </a:r>
        </a:p>
      </dgm:t>
    </dgm:pt>
    <dgm:pt modelId="{BAE211AB-9A83-4C1E-A2BE-F480D7E80126}" type="parTrans" cxnId="{C1213A14-CE7E-49EA-80EF-CF3BC805B059}">
      <dgm:prSet/>
      <dgm:spPr/>
      <dgm:t>
        <a:bodyPr/>
        <a:lstStyle/>
        <a:p>
          <a:endParaRPr lang="en-US"/>
        </a:p>
      </dgm:t>
    </dgm:pt>
    <dgm:pt modelId="{3F7D0494-0F2B-4B88-9C65-04B02C60CD25}" type="sibTrans" cxnId="{C1213A14-CE7E-49EA-80EF-CF3BC805B059}">
      <dgm:prSet/>
      <dgm:spPr/>
      <dgm:t>
        <a:bodyPr/>
        <a:lstStyle/>
        <a:p>
          <a:endParaRPr lang="en-US"/>
        </a:p>
      </dgm:t>
    </dgm:pt>
    <dgm:pt modelId="{B68CD1F3-69ED-46D5-ABD3-754FD462D016}" type="pres">
      <dgm:prSet presAssocID="{F75577E9-C943-4DCC-B2BC-A91E0A65D48D}" presName="Name0" presStyleCnt="0">
        <dgm:presLayoutVars>
          <dgm:chMax val="7"/>
          <dgm:chPref val="7"/>
          <dgm:dir/>
        </dgm:presLayoutVars>
      </dgm:prSet>
      <dgm:spPr/>
    </dgm:pt>
    <dgm:pt modelId="{ED6B8148-EAD5-400E-8F37-D5993FC00397}" type="pres">
      <dgm:prSet presAssocID="{F75577E9-C943-4DCC-B2BC-A91E0A65D48D}" presName="Name1" presStyleCnt="0"/>
      <dgm:spPr/>
    </dgm:pt>
    <dgm:pt modelId="{3EA5441B-59E6-4C1E-B64D-E75B44954406}" type="pres">
      <dgm:prSet presAssocID="{F75577E9-C943-4DCC-B2BC-A91E0A65D48D}" presName="cycle" presStyleCnt="0"/>
      <dgm:spPr/>
    </dgm:pt>
    <dgm:pt modelId="{C0848D5A-4E94-4830-AC8C-834F0152F8D8}" type="pres">
      <dgm:prSet presAssocID="{F75577E9-C943-4DCC-B2BC-A91E0A65D48D}" presName="srcNode" presStyleLbl="node1" presStyleIdx="0" presStyleCnt="4"/>
      <dgm:spPr/>
    </dgm:pt>
    <dgm:pt modelId="{C050EC5B-474E-4282-A4AB-90BCB543088E}" type="pres">
      <dgm:prSet presAssocID="{F75577E9-C943-4DCC-B2BC-A91E0A65D48D}" presName="conn" presStyleLbl="parChTrans1D2" presStyleIdx="0" presStyleCnt="1"/>
      <dgm:spPr/>
    </dgm:pt>
    <dgm:pt modelId="{6A039D20-941C-4AB0-9FEA-420F0D07F7F2}" type="pres">
      <dgm:prSet presAssocID="{F75577E9-C943-4DCC-B2BC-A91E0A65D48D}" presName="extraNode" presStyleLbl="node1" presStyleIdx="0" presStyleCnt="4"/>
      <dgm:spPr/>
    </dgm:pt>
    <dgm:pt modelId="{612C6594-8FE0-4242-AD9C-16849EBB16BD}" type="pres">
      <dgm:prSet presAssocID="{F75577E9-C943-4DCC-B2BC-A91E0A65D48D}" presName="dstNode" presStyleLbl="node1" presStyleIdx="0" presStyleCnt="4"/>
      <dgm:spPr/>
    </dgm:pt>
    <dgm:pt modelId="{847A96FE-870E-4D04-8846-AB99C08099C0}" type="pres">
      <dgm:prSet presAssocID="{D142B900-C255-4872-BE23-5D414ADB567A}" presName="text_1" presStyleLbl="node1" presStyleIdx="0" presStyleCnt="4" custScaleX="88841" custScaleY="125830" custLinFactNeighborX="-410" custLinFactNeighborY="2782">
        <dgm:presLayoutVars>
          <dgm:bulletEnabled val="1"/>
        </dgm:presLayoutVars>
      </dgm:prSet>
      <dgm:spPr/>
    </dgm:pt>
    <dgm:pt modelId="{2E7EB238-BD5B-40F6-BD95-D51745D3C12C}" type="pres">
      <dgm:prSet presAssocID="{D142B900-C255-4872-BE23-5D414ADB567A}" presName="accent_1" presStyleCnt="0"/>
      <dgm:spPr/>
    </dgm:pt>
    <dgm:pt modelId="{59978A2E-612E-4395-8308-2372DE6C0E19}" type="pres">
      <dgm:prSet presAssocID="{D142B900-C255-4872-BE23-5D414ADB567A}" presName="accentRepeatNode" presStyleLbl="solidFgAcc1" presStyleIdx="0" presStyleCnt="4"/>
      <dgm:spPr/>
    </dgm:pt>
    <dgm:pt modelId="{457ACCED-C6CC-4348-A11A-F14FC063AD0F}" type="pres">
      <dgm:prSet presAssocID="{9C82EA77-7A05-41CA-A680-B76CAE6CBCAF}" presName="text_2" presStyleLbl="node1" presStyleIdx="1" presStyleCnt="4" custScaleX="85268">
        <dgm:presLayoutVars>
          <dgm:bulletEnabled val="1"/>
        </dgm:presLayoutVars>
      </dgm:prSet>
      <dgm:spPr/>
    </dgm:pt>
    <dgm:pt modelId="{835E3EF3-C69F-4CAE-8170-2DF13619EF2C}" type="pres">
      <dgm:prSet presAssocID="{9C82EA77-7A05-41CA-A680-B76CAE6CBCAF}" presName="accent_2" presStyleCnt="0"/>
      <dgm:spPr/>
    </dgm:pt>
    <dgm:pt modelId="{B8CB11E6-3D90-4238-84CC-5ECC9D9E99EE}" type="pres">
      <dgm:prSet presAssocID="{9C82EA77-7A05-41CA-A680-B76CAE6CBCAF}" presName="accentRepeatNode" presStyleLbl="solidFgAcc1" presStyleIdx="1" presStyleCnt="4"/>
      <dgm:spPr/>
    </dgm:pt>
    <dgm:pt modelId="{022F9505-13FE-455B-9601-2171D32064A4}" type="pres">
      <dgm:prSet presAssocID="{D7500CE0-3E31-4F93-A798-E39CA5F4C57E}" presName="text_3" presStyleLbl="node1" presStyleIdx="2" presStyleCnt="4" custScaleX="84154">
        <dgm:presLayoutVars>
          <dgm:bulletEnabled val="1"/>
        </dgm:presLayoutVars>
      </dgm:prSet>
      <dgm:spPr/>
    </dgm:pt>
    <dgm:pt modelId="{5C1A0560-6865-4EDE-B6D9-89B3DE4EFB01}" type="pres">
      <dgm:prSet presAssocID="{D7500CE0-3E31-4F93-A798-E39CA5F4C57E}" presName="accent_3" presStyleCnt="0"/>
      <dgm:spPr/>
    </dgm:pt>
    <dgm:pt modelId="{0E1D10E9-7C1D-4EE6-A8A8-5009BC41F831}" type="pres">
      <dgm:prSet presAssocID="{D7500CE0-3E31-4F93-A798-E39CA5F4C57E}" presName="accentRepeatNode" presStyleLbl="solidFgAcc1" presStyleIdx="2" presStyleCnt="4"/>
      <dgm:spPr/>
    </dgm:pt>
    <dgm:pt modelId="{8C179CBE-C392-4A05-AB31-EE6909B49B21}" type="pres">
      <dgm:prSet presAssocID="{F457B8EE-0730-4E02-83BB-CCE90BD2B2B7}" presName="text_4" presStyleLbl="node1" presStyleIdx="3" presStyleCnt="4" custScaleX="83122">
        <dgm:presLayoutVars>
          <dgm:bulletEnabled val="1"/>
        </dgm:presLayoutVars>
      </dgm:prSet>
      <dgm:spPr/>
    </dgm:pt>
    <dgm:pt modelId="{C645CEED-17F6-4A78-A087-EECEECB6ED7C}" type="pres">
      <dgm:prSet presAssocID="{F457B8EE-0730-4E02-83BB-CCE90BD2B2B7}" presName="accent_4" presStyleCnt="0"/>
      <dgm:spPr/>
    </dgm:pt>
    <dgm:pt modelId="{73DFD74D-EE03-4F65-A3EF-B1EA8ECE6EC2}" type="pres">
      <dgm:prSet presAssocID="{F457B8EE-0730-4E02-83BB-CCE90BD2B2B7}" presName="accentRepeatNode" presStyleLbl="solidFgAcc1" presStyleIdx="3" presStyleCnt="4"/>
      <dgm:spPr/>
    </dgm:pt>
  </dgm:ptLst>
  <dgm:cxnLst>
    <dgm:cxn modelId="{B7869F0B-2CBA-4225-A37C-D48F956A0FA5}" srcId="{F457B8EE-0730-4E02-83BB-CCE90BD2B2B7}" destId="{EE742C7A-5588-4CF5-AF5E-ED31A8986231}" srcOrd="3" destOrd="0" parTransId="{121EC34B-A947-4F1B-BAC9-56EC2CDFCC51}" sibTransId="{BA09832B-B5C4-4A78-B115-992A241DA4A6}"/>
    <dgm:cxn modelId="{7621E60C-C032-4C32-BB2E-EE5E1B6F3767}" type="presOf" srcId="{71408D70-59BC-41DB-8E53-51B972F23573}" destId="{457ACCED-C6CC-4348-A11A-F14FC063AD0F}" srcOrd="0" destOrd="3" presId="urn:microsoft.com/office/officeart/2008/layout/VerticalCurvedList"/>
    <dgm:cxn modelId="{DEE1B70E-720B-418A-B8AF-095FC33D9BAB}" type="presOf" srcId="{F75577E9-C943-4DCC-B2BC-A91E0A65D48D}" destId="{B68CD1F3-69ED-46D5-ABD3-754FD462D016}" srcOrd="0" destOrd="0" presId="urn:microsoft.com/office/officeart/2008/layout/VerticalCurvedList"/>
    <dgm:cxn modelId="{C1213A14-CE7E-49EA-80EF-CF3BC805B059}" srcId="{9C82EA77-7A05-41CA-A680-B76CAE6CBCAF}" destId="{71408D70-59BC-41DB-8E53-51B972F23573}" srcOrd="2" destOrd="0" parTransId="{BAE211AB-9A83-4C1E-A2BE-F480D7E80126}" sibTransId="{3F7D0494-0F2B-4B88-9C65-04B02C60CD25}"/>
    <dgm:cxn modelId="{BA1EF61A-6A2A-474E-A169-CE9B58680384}" type="presOf" srcId="{EE742C7A-5588-4CF5-AF5E-ED31A8986231}" destId="{8C179CBE-C392-4A05-AB31-EE6909B49B21}" srcOrd="0" destOrd="4" presId="urn:microsoft.com/office/officeart/2008/layout/VerticalCurvedList"/>
    <dgm:cxn modelId="{FB48A523-8AF9-45E6-9B98-51ABB91CBC71}" srcId="{D142B900-C255-4872-BE23-5D414ADB567A}" destId="{C45783BA-4466-41B9-B33B-2B1A8A2A46CD}" srcOrd="1" destOrd="0" parTransId="{5AC1166C-B7D1-4431-A767-0E0A39940F93}" sibTransId="{5D917798-C162-4207-B821-C2E46D4887E1}"/>
    <dgm:cxn modelId="{F2021E2C-93E7-4D06-8FC8-91A12CAE425F}" srcId="{F75577E9-C943-4DCC-B2BC-A91E0A65D48D}" destId="{9C82EA77-7A05-41CA-A680-B76CAE6CBCAF}" srcOrd="1" destOrd="0" parTransId="{BEFE8509-95B5-4049-AAF7-0552818FE779}" sibTransId="{93A0259D-3CC7-4E22-A70E-AEC6E799C208}"/>
    <dgm:cxn modelId="{3DAB5735-86CF-4A49-BEB1-2080086FFBED}" srcId="{D7500CE0-3E31-4F93-A798-E39CA5F4C57E}" destId="{25145F6C-98E2-4AA3-8218-611E24982E9A}" srcOrd="2" destOrd="0" parTransId="{A90FFDBD-B2B2-4FB6-A247-137AF22DB669}" sibTransId="{C3074C08-8B53-4F02-9893-9EA152897103}"/>
    <dgm:cxn modelId="{1506275E-7A4E-4CA9-AA5F-0ECE187F9D23}" srcId="{F457B8EE-0730-4E02-83BB-CCE90BD2B2B7}" destId="{AC9B9E42-91EA-4743-BE7A-19B7F811BD1D}" srcOrd="1" destOrd="0" parTransId="{6F7126C4-0739-4110-A184-834E9EB5F773}" sibTransId="{87C52471-5F72-4B2F-BB7D-A59C91851C67}"/>
    <dgm:cxn modelId="{2B35CA5F-1553-4ED6-84B4-B7A39C6AACC1}" srcId="{D142B900-C255-4872-BE23-5D414ADB567A}" destId="{5224C31B-B1B6-4DB1-AF17-E05968AFD3CE}" srcOrd="4" destOrd="0" parTransId="{0FCBE971-407A-4C5B-801F-ABB12825AEF3}" sibTransId="{0CA8B771-98B4-4537-B1D3-FC2AAE6C3937}"/>
    <dgm:cxn modelId="{9F149C42-82B5-4A64-A4A5-A30B501C28BC}" srcId="{D142B900-C255-4872-BE23-5D414ADB567A}" destId="{EA78BD93-0151-48C3-BFCC-3D5F1FC35B7B}" srcOrd="2" destOrd="0" parTransId="{77C42733-789B-4ADC-9D93-024CBFC8BB6B}" sibTransId="{63FCF34A-2ADE-4322-AFDC-72DE4D01861F}"/>
    <dgm:cxn modelId="{9A2F356E-5FA7-44BC-859F-DE792FE41902}" type="presOf" srcId="{EA78BD93-0151-48C3-BFCC-3D5F1FC35B7B}" destId="{847A96FE-870E-4D04-8846-AB99C08099C0}" srcOrd="0" destOrd="3" presId="urn:microsoft.com/office/officeart/2008/layout/VerticalCurvedList"/>
    <dgm:cxn modelId="{F0373374-02A6-4A7D-A34F-FAA21DE96D0D}" type="presOf" srcId="{AC9B9E42-91EA-4743-BE7A-19B7F811BD1D}" destId="{8C179CBE-C392-4A05-AB31-EE6909B49B21}" srcOrd="0" destOrd="2" presId="urn:microsoft.com/office/officeart/2008/layout/VerticalCurvedList"/>
    <dgm:cxn modelId="{B4EBFB54-B5F1-4594-95CB-EC09565AA889}" srcId="{D7500CE0-3E31-4F93-A798-E39CA5F4C57E}" destId="{FD8BB03D-9980-41D7-97B9-6434623C3523}" srcOrd="1" destOrd="0" parTransId="{AB36737D-652F-48C0-9726-F76EDC3BC207}" sibTransId="{30FF8927-8327-461E-83BF-92D068F63079}"/>
    <dgm:cxn modelId="{3743EC77-F61E-4129-B464-1DF44CFD2058}" srcId="{F75577E9-C943-4DCC-B2BC-A91E0A65D48D}" destId="{D7500CE0-3E31-4F93-A798-E39CA5F4C57E}" srcOrd="2" destOrd="0" parTransId="{DDAF88E9-5FA7-4561-A711-164049894E70}" sibTransId="{FA2990FD-8F97-4BFD-B0C8-475C9E8A9752}"/>
    <dgm:cxn modelId="{CD0EBE78-89E6-4AB8-8158-F345C4940EFD}" srcId="{F75577E9-C943-4DCC-B2BC-A91E0A65D48D}" destId="{D142B900-C255-4872-BE23-5D414ADB567A}" srcOrd="0" destOrd="0" parTransId="{2A3C2668-93CA-4080-AA53-0F308890FC37}" sibTransId="{AEED701A-A8CB-4D8B-9DAD-20F9DEDF60DB}"/>
    <dgm:cxn modelId="{8560595A-7318-493D-AA8E-6BA27ACF33CC}" type="presOf" srcId="{FD8BB03D-9980-41D7-97B9-6434623C3523}" destId="{022F9505-13FE-455B-9601-2171D32064A4}" srcOrd="0" destOrd="2" presId="urn:microsoft.com/office/officeart/2008/layout/VerticalCurvedList"/>
    <dgm:cxn modelId="{C6E7FD7D-6798-4B1D-BB49-BCDE0215F684}" type="presOf" srcId="{25145F6C-98E2-4AA3-8218-611E24982E9A}" destId="{022F9505-13FE-455B-9601-2171D32064A4}" srcOrd="0" destOrd="3" presId="urn:microsoft.com/office/officeart/2008/layout/VerticalCurvedList"/>
    <dgm:cxn modelId="{74FD6181-3BFE-4A2C-9562-A96E8B7B9915}" type="presOf" srcId="{F457B8EE-0730-4E02-83BB-CCE90BD2B2B7}" destId="{8C179CBE-C392-4A05-AB31-EE6909B49B21}" srcOrd="0" destOrd="0" presId="urn:microsoft.com/office/officeart/2008/layout/VerticalCurvedList"/>
    <dgm:cxn modelId="{736BB881-9877-415A-B59C-A5BF730CBD57}" srcId="{F457B8EE-0730-4E02-83BB-CCE90BD2B2B7}" destId="{0E2B36B6-597C-4730-8B09-43E2C7D11FBE}" srcOrd="0" destOrd="0" parTransId="{03EAAC47-2965-4E20-9390-C0CDD288ADF9}" sibTransId="{AABD31FE-367E-4820-A7B7-CC9F8CE59B86}"/>
    <dgm:cxn modelId="{E281F08E-5645-4FAE-813D-0FF67E8ED20E}" type="presOf" srcId="{8735E054-6414-499F-B7AD-F0A87015EA08}" destId="{022F9505-13FE-455B-9601-2171D32064A4}" srcOrd="0" destOrd="4" presId="urn:microsoft.com/office/officeart/2008/layout/VerticalCurvedList"/>
    <dgm:cxn modelId="{1CFCD595-84BA-43B6-8692-9C11BF7B9917}" srcId="{9C82EA77-7A05-41CA-A680-B76CAE6CBCAF}" destId="{9E99A6A2-E492-4A7B-935B-BFC7F0EEEC3F}" srcOrd="1" destOrd="0" parTransId="{2CE8D60F-C1ED-4CC6-A406-27F66137FB09}" sibTransId="{CE1894EA-7EBA-4575-84F8-C75ACC82AE22}"/>
    <dgm:cxn modelId="{ED9EE697-B49D-4F0D-877E-64B5A4519598}" type="presOf" srcId="{D142B900-C255-4872-BE23-5D414ADB567A}" destId="{847A96FE-870E-4D04-8846-AB99C08099C0}" srcOrd="0" destOrd="0" presId="urn:microsoft.com/office/officeart/2008/layout/VerticalCurvedList"/>
    <dgm:cxn modelId="{1D600B99-E647-4C6A-923B-9853C3AFE9DA}" type="presOf" srcId="{85956AE1-D7E0-4B12-BA45-1D41C0C8B45D}" destId="{8C179CBE-C392-4A05-AB31-EE6909B49B21}" srcOrd="0" destOrd="3" presId="urn:microsoft.com/office/officeart/2008/layout/VerticalCurvedList"/>
    <dgm:cxn modelId="{9AC51F9D-B40F-4881-AFEC-15EC555CB628}" type="presOf" srcId="{0965BBA9-91A7-429A-9962-133E684D544D}" destId="{C050EC5B-474E-4282-A4AB-90BCB543088E}" srcOrd="0" destOrd="0" presId="urn:microsoft.com/office/officeart/2008/layout/VerticalCurvedList"/>
    <dgm:cxn modelId="{FF161C9F-B3E7-4F5E-B475-5FB51C9296E3}" type="presOf" srcId="{A41A1ED5-D63C-44EB-AC36-E3FAB4A47FE1}" destId="{847A96FE-870E-4D04-8846-AB99C08099C0}" srcOrd="0" destOrd="1" presId="urn:microsoft.com/office/officeart/2008/layout/VerticalCurvedList"/>
    <dgm:cxn modelId="{C35B56A0-5393-4D90-81A3-ED58BEB2C32D}" type="presOf" srcId="{64C3544A-6461-4391-B9B6-75F2AB3840A8}" destId="{457ACCED-C6CC-4348-A11A-F14FC063AD0F}" srcOrd="0" destOrd="4" presId="urn:microsoft.com/office/officeart/2008/layout/VerticalCurvedList"/>
    <dgm:cxn modelId="{1F0340A5-9F14-4F15-AFD2-2B22250D1FD2}" type="presOf" srcId="{BA74AB6D-B22C-431C-93AC-1DF9EA76DAE0}" destId="{022F9505-13FE-455B-9601-2171D32064A4}" srcOrd="0" destOrd="1" presId="urn:microsoft.com/office/officeart/2008/layout/VerticalCurvedList"/>
    <dgm:cxn modelId="{1D9E8DA5-ECD3-462C-8B15-17B0F9012698}" srcId="{D7500CE0-3E31-4F93-A798-E39CA5F4C57E}" destId="{8735E054-6414-499F-B7AD-F0A87015EA08}" srcOrd="3" destOrd="0" parTransId="{629BFE9B-0960-426D-9CE1-EA0BFA6F896C}" sibTransId="{211FE6D8-5EDF-45B7-868E-B1902DFD5D1E}"/>
    <dgm:cxn modelId="{559BF8A8-9E63-4B9B-B3C5-CAF6FC5906E2}" srcId="{D142B900-C255-4872-BE23-5D414ADB567A}" destId="{A41A1ED5-D63C-44EB-AC36-E3FAB4A47FE1}" srcOrd="0" destOrd="0" parTransId="{BD2A38BB-66DD-42A4-9F2E-07B813459AC4}" sibTransId="{0965BBA9-91A7-429A-9962-133E684D544D}"/>
    <dgm:cxn modelId="{0A8F05AA-C8B7-4781-B601-BBD1F9861521}" srcId="{D7500CE0-3E31-4F93-A798-E39CA5F4C57E}" destId="{BA74AB6D-B22C-431C-93AC-1DF9EA76DAE0}" srcOrd="0" destOrd="0" parTransId="{257C4B32-1EE9-4B6B-BEC6-09E76F1C5E88}" sibTransId="{AFD45C4F-3997-4060-8E82-DC1F0206B549}"/>
    <dgm:cxn modelId="{83069AAB-AEB7-4C50-B619-737B15467DA7}" type="presOf" srcId="{B1720831-10BB-41DA-B115-40515398A673}" destId="{847A96FE-870E-4D04-8846-AB99C08099C0}" srcOrd="0" destOrd="4" presId="urn:microsoft.com/office/officeart/2008/layout/VerticalCurvedList"/>
    <dgm:cxn modelId="{41CB81AD-EA1F-4094-A23B-A6AA75116A88}" type="presOf" srcId="{78312F62-5006-4722-9EDB-8E1CC727130E}" destId="{847A96FE-870E-4D04-8846-AB99C08099C0}" srcOrd="0" destOrd="6" presId="urn:microsoft.com/office/officeart/2008/layout/VerticalCurvedList"/>
    <dgm:cxn modelId="{C1B5C8B5-9FF2-4FF5-BCBF-8B53453519FD}" srcId="{D142B900-C255-4872-BE23-5D414ADB567A}" destId="{78312F62-5006-4722-9EDB-8E1CC727130E}" srcOrd="5" destOrd="0" parTransId="{C405B1C5-F98F-4659-8A2F-CAD0DABE8BA5}" sibTransId="{BA0B1BC3-A749-4848-8584-5CCC8C31B9C8}"/>
    <dgm:cxn modelId="{9C7B40C0-1F3D-45EA-9987-966AED864120}" type="presOf" srcId="{9C82EA77-7A05-41CA-A680-B76CAE6CBCAF}" destId="{457ACCED-C6CC-4348-A11A-F14FC063AD0F}" srcOrd="0" destOrd="0" presId="urn:microsoft.com/office/officeart/2008/layout/VerticalCurvedList"/>
    <dgm:cxn modelId="{837600C2-8E5C-433F-884B-8B6360BED998}" type="presOf" srcId="{9E99A6A2-E492-4A7B-935B-BFC7F0EEEC3F}" destId="{457ACCED-C6CC-4348-A11A-F14FC063AD0F}" srcOrd="0" destOrd="2" presId="urn:microsoft.com/office/officeart/2008/layout/VerticalCurvedList"/>
    <dgm:cxn modelId="{57643BCC-8005-4AB1-8E80-46A62ED7CC4E}" type="presOf" srcId="{5224C31B-B1B6-4DB1-AF17-E05968AFD3CE}" destId="{847A96FE-870E-4D04-8846-AB99C08099C0}" srcOrd="0" destOrd="5" presId="urn:microsoft.com/office/officeart/2008/layout/VerticalCurvedList"/>
    <dgm:cxn modelId="{05621AD7-3E52-4A52-9C68-A76E1A3D2959}" type="presOf" srcId="{0E2B36B6-597C-4730-8B09-43E2C7D11FBE}" destId="{8C179CBE-C392-4A05-AB31-EE6909B49B21}" srcOrd="0" destOrd="1" presId="urn:microsoft.com/office/officeart/2008/layout/VerticalCurvedList"/>
    <dgm:cxn modelId="{459647DF-7E9B-464F-98D0-479B48D4B83F}" srcId="{D142B900-C255-4872-BE23-5D414ADB567A}" destId="{B1720831-10BB-41DA-B115-40515398A673}" srcOrd="3" destOrd="0" parTransId="{829E080F-64BE-42E5-9822-C449B461B398}" sibTransId="{2541CF68-5857-4716-81D3-19856FBACE71}"/>
    <dgm:cxn modelId="{2C70F7DF-594B-4E28-8EF6-194A5E7CEA6D}" srcId="{9C82EA77-7A05-41CA-A680-B76CAE6CBCAF}" destId="{64C3544A-6461-4391-B9B6-75F2AB3840A8}" srcOrd="3" destOrd="0" parTransId="{94D4F8DD-2E23-4A86-8BC8-8AE573D6922E}" sibTransId="{4D55DDC2-63B0-4C8F-B3E6-F0DAD72FE25E}"/>
    <dgm:cxn modelId="{514133EE-6E96-4F58-86BA-8FB54C35201F}" type="presOf" srcId="{D7500CE0-3E31-4F93-A798-E39CA5F4C57E}" destId="{022F9505-13FE-455B-9601-2171D32064A4}" srcOrd="0" destOrd="0" presId="urn:microsoft.com/office/officeart/2008/layout/VerticalCurvedList"/>
    <dgm:cxn modelId="{815ABEF3-01F8-46F0-BF19-288E1219F2E5}" srcId="{9C82EA77-7A05-41CA-A680-B76CAE6CBCAF}" destId="{A3064419-3F20-4941-8981-B797A4F7CAA3}" srcOrd="0" destOrd="0" parTransId="{E7F0D4A4-B214-4723-93C1-7E9A8B057D56}" sibTransId="{924327A7-AB1B-4AD6-BD1E-855127AEEE4F}"/>
    <dgm:cxn modelId="{02F5E0F4-53D6-4BB6-AD69-0F01386A9151}" srcId="{F457B8EE-0730-4E02-83BB-CCE90BD2B2B7}" destId="{85956AE1-D7E0-4B12-BA45-1D41C0C8B45D}" srcOrd="2" destOrd="0" parTransId="{D35CCFAD-1629-4BB7-BEA1-30348CBF1242}" sibTransId="{96DDFB40-E55B-4EB5-B3B5-263D4A449BD2}"/>
    <dgm:cxn modelId="{695E98F5-E093-4187-AF09-D0A461287DCC}" type="presOf" srcId="{A3064419-3F20-4941-8981-B797A4F7CAA3}" destId="{457ACCED-C6CC-4348-A11A-F14FC063AD0F}" srcOrd="0" destOrd="1" presId="urn:microsoft.com/office/officeart/2008/layout/VerticalCurvedList"/>
    <dgm:cxn modelId="{E565B4FB-2A65-4869-A27F-AD82CEA352EB}" srcId="{F75577E9-C943-4DCC-B2BC-A91E0A65D48D}" destId="{F457B8EE-0730-4E02-83BB-CCE90BD2B2B7}" srcOrd="3" destOrd="0" parTransId="{77C91F22-B0E2-4ECE-8D7F-028164438515}" sibTransId="{9EDC4A8E-2400-43DD-9340-1B2731BEC012}"/>
    <dgm:cxn modelId="{7530E2FE-9D10-4F25-ADDF-17B23D2473D2}" type="presOf" srcId="{C45783BA-4466-41B9-B33B-2B1A8A2A46CD}" destId="{847A96FE-870E-4D04-8846-AB99C08099C0}" srcOrd="0" destOrd="2" presId="urn:microsoft.com/office/officeart/2008/layout/VerticalCurvedList"/>
    <dgm:cxn modelId="{E54E2523-EF5F-46D3-A458-615D5FC97F56}" type="presParOf" srcId="{B68CD1F3-69ED-46D5-ABD3-754FD462D016}" destId="{ED6B8148-EAD5-400E-8F37-D5993FC00397}" srcOrd="0" destOrd="0" presId="urn:microsoft.com/office/officeart/2008/layout/VerticalCurvedList"/>
    <dgm:cxn modelId="{88AB9A11-1B25-4C03-8D1B-213C15A7175C}" type="presParOf" srcId="{ED6B8148-EAD5-400E-8F37-D5993FC00397}" destId="{3EA5441B-59E6-4C1E-B64D-E75B44954406}" srcOrd="0" destOrd="0" presId="urn:microsoft.com/office/officeart/2008/layout/VerticalCurvedList"/>
    <dgm:cxn modelId="{C879F83F-DE95-414A-A910-850E546FF87B}" type="presParOf" srcId="{3EA5441B-59E6-4C1E-B64D-E75B44954406}" destId="{C0848D5A-4E94-4830-AC8C-834F0152F8D8}" srcOrd="0" destOrd="0" presId="urn:microsoft.com/office/officeart/2008/layout/VerticalCurvedList"/>
    <dgm:cxn modelId="{5378E767-ADA8-47CF-B8A0-87829330F0D7}" type="presParOf" srcId="{3EA5441B-59E6-4C1E-B64D-E75B44954406}" destId="{C050EC5B-474E-4282-A4AB-90BCB543088E}" srcOrd="1" destOrd="0" presId="urn:microsoft.com/office/officeart/2008/layout/VerticalCurvedList"/>
    <dgm:cxn modelId="{F7404987-87B4-4EFB-977D-EB19F7DF08B9}" type="presParOf" srcId="{3EA5441B-59E6-4C1E-B64D-E75B44954406}" destId="{6A039D20-941C-4AB0-9FEA-420F0D07F7F2}" srcOrd="2" destOrd="0" presId="urn:microsoft.com/office/officeart/2008/layout/VerticalCurvedList"/>
    <dgm:cxn modelId="{844A2A4E-A7F4-491E-9D0D-5B95E7F26E74}" type="presParOf" srcId="{3EA5441B-59E6-4C1E-B64D-E75B44954406}" destId="{612C6594-8FE0-4242-AD9C-16849EBB16BD}" srcOrd="3" destOrd="0" presId="urn:microsoft.com/office/officeart/2008/layout/VerticalCurvedList"/>
    <dgm:cxn modelId="{1D8444F1-671E-4C50-B4EF-B742A8BE898F}" type="presParOf" srcId="{ED6B8148-EAD5-400E-8F37-D5993FC00397}" destId="{847A96FE-870E-4D04-8846-AB99C08099C0}" srcOrd="1" destOrd="0" presId="urn:microsoft.com/office/officeart/2008/layout/VerticalCurvedList"/>
    <dgm:cxn modelId="{73184BED-DDB6-43A0-AA22-603A60B41642}" type="presParOf" srcId="{ED6B8148-EAD5-400E-8F37-D5993FC00397}" destId="{2E7EB238-BD5B-40F6-BD95-D51745D3C12C}" srcOrd="2" destOrd="0" presId="urn:microsoft.com/office/officeart/2008/layout/VerticalCurvedList"/>
    <dgm:cxn modelId="{524762FC-0865-48E4-9103-19CA43E52520}" type="presParOf" srcId="{2E7EB238-BD5B-40F6-BD95-D51745D3C12C}" destId="{59978A2E-612E-4395-8308-2372DE6C0E19}" srcOrd="0" destOrd="0" presId="urn:microsoft.com/office/officeart/2008/layout/VerticalCurvedList"/>
    <dgm:cxn modelId="{888CDC74-18D7-423A-8BCE-83C41F581317}" type="presParOf" srcId="{ED6B8148-EAD5-400E-8F37-D5993FC00397}" destId="{457ACCED-C6CC-4348-A11A-F14FC063AD0F}" srcOrd="3" destOrd="0" presId="urn:microsoft.com/office/officeart/2008/layout/VerticalCurvedList"/>
    <dgm:cxn modelId="{F0448C65-92BB-42E6-A8E9-5E50B2EFCDCD}" type="presParOf" srcId="{ED6B8148-EAD5-400E-8F37-D5993FC00397}" destId="{835E3EF3-C69F-4CAE-8170-2DF13619EF2C}" srcOrd="4" destOrd="0" presId="urn:microsoft.com/office/officeart/2008/layout/VerticalCurvedList"/>
    <dgm:cxn modelId="{1F12A17F-1DD0-4EF7-9D47-7C3F985ED406}" type="presParOf" srcId="{835E3EF3-C69F-4CAE-8170-2DF13619EF2C}" destId="{B8CB11E6-3D90-4238-84CC-5ECC9D9E99EE}" srcOrd="0" destOrd="0" presId="urn:microsoft.com/office/officeart/2008/layout/VerticalCurvedList"/>
    <dgm:cxn modelId="{94EB6C1A-1CFB-4F0F-B06C-50CE1E0E44A1}" type="presParOf" srcId="{ED6B8148-EAD5-400E-8F37-D5993FC00397}" destId="{022F9505-13FE-455B-9601-2171D32064A4}" srcOrd="5" destOrd="0" presId="urn:microsoft.com/office/officeart/2008/layout/VerticalCurvedList"/>
    <dgm:cxn modelId="{69409B32-0707-45BB-B7E5-5D44A04F9ECA}" type="presParOf" srcId="{ED6B8148-EAD5-400E-8F37-D5993FC00397}" destId="{5C1A0560-6865-4EDE-B6D9-89B3DE4EFB01}" srcOrd="6" destOrd="0" presId="urn:microsoft.com/office/officeart/2008/layout/VerticalCurvedList"/>
    <dgm:cxn modelId="{CAC78BDE-286A-45FF-A15A-665439605B42}" type="presParOf" srcId="{5C1A0560-6865-4EDE-B6D9-89B3DE4EFB01}" destId="{0E1D10E9-7C1D-4EE6-A8A8-5009BC41F831}" srcOrd="0" destOrd="0" presId="urn:microsoft.com/office/officeart/2008/layout/VerticalCurvedList"/>
    <dgm:cxn modelId="{06BB4CF9-0965-4C47-A752-BF0374846022}" type="presParOf" srcId="{ED6B8148-EAD5-400E-8F37-D5993FC00397}" destId="{8C179CBE-C392-4A05-AB31-EE6909B49B21}" srcOrd="7" destOrd="0" presId="urn:microsoft.com/office/officeart/2008/layout/VerticalCurvedList"/>
    <dgm:cxn modelId="{64FE9D5D-2C24-46EA-832E-216601ECB5E6}" type="presParOf" srcId="{ED6B8148-EAD5-400E-8F37-D5993FC00397}" destId="{C645CEED-17F6-4A78-A087-EECEECB6ED7C}" srcOrd="8" destOrd="0" presId="urn:microsoft.com/office/officeart/2008/layout/VerticalCurvedList"/>
    <dgm:cxn modelId="{D70DC83B-6A51-4C15-AEFF-9E64B5BD8763}" type="presParOf" srcId="{C645CEED-17F6-4A78-A087-EECEECB6ED7C}" destId="{73DFD74D-EE03-4F65-A3EF-B1EA8ECE6EC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45B36-FE9C-4DED-823F-C0012AA5BC75}">
      <dsp:nvSpPr>
        <dsp:cNvPr id="0" name=""/>
        <dsp:cNvSpPr/>
      </dsp:nvSpPr>
      <dsp:spPr>
        <a:xfrm>
          <a:off x="628466" y="119834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673335" y="164920"/>
        <a:ext cx="6333" cy="1266"/>
      </dsp:txXfrm>
    </dsp:sp>
    <dsp:sp modelId="{85322A5E-DC64-44B4-B91C-74E2B99521E2}">
      <dsp:nvSpPr>
        <dsp:cNvPr id="0" name=""/>
        <dsp:cNvSpPr/>
      </dsp:nvSpPr>
      <dsp:spPr>
        <a:xfrm>
          <a:off x="79522" y="330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Analyze stakeholder and User needs</a:t>
          </a:r>
        </a:p>
      </dsp:txBody>
      <dsp:txXfrm>
        <a:off x="79522" y="330"/>
        <a:ext cx="550743" cy="330446"/>
      </dsp:txXfrm>
    </dsp:sp>
    <dsp:sp modelId="{66D6183E-14AC-4077-85E6-069E5047B04C}">
      <dsp:nvSpPr>
        <dsp:cNvPr id="0" name=""/>
        <dsp:cNvSpPr/>
      </dsp:nvSpPr>
      <dsp:spPr>
        <a:xfrm>
          <a:off x="1305881" y="119834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1350750" y="164920"/>
        <a:ext cx="6333" cy="1266"/>
      </dsp:txXfrm>
    </dsp:sp>
    <dsp:sp modelId="{536AC63E-E2C8-43E8-A4B2-A494CD32253C}">
      <dsp:nvSpPr>
        <dsp:cNvPr id="0" name=""/>
        <dsp:cNvSpPr/>
      </dsp:nvSpPr>
      <dsp:spPr>
        <a:xfrm>
          <a:off x="756937" y="330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Perform customer and stakeholder journey and complete Needs</a:t>
          </a:r>
        </a:p>
      </dsp:txBody>
      <dsp:txXfrm>
        <a:off x="756937" y="330"/>
        <a:ext cx="550743" cy="330446"/>
      </dsp:txXfrm>
    </dsp:sp>
    <dsp:sp modelId="{1B363759-8C14-46EA-B1DE-056D1213824E}">
      <dsp:nvSpPr>
        <dsp:cNvPr id="0" name=""/>
        <dsp:cNvSpPr/>
      </dsp:nvSpPr>
      <dsp:spPr>
        <a:xfrm>
          <a:off x="1983296" y="119834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2028165" y="164920"/>
        <a:ext cx="6333" cy="1266"/>
      </dsp:txXfrm>
    </dsp:sp>
    <dsp:sp modelId="{82EB215A-6532-47EA-8E13-D9AFE4CA3BC0}">
      <dsp:nvSpPr>
        <dsp:cNvPr id="0" name=""/>
        <dsp:cNvSpPr/>
      </dsp:nvSpPr>
      <dsp:spPr>
        <a:xfrm>
          <a:off x="1434352" y="330"/>
          <a:ext cx="550743" cy="330446"/>
        </a:xfrm>
        <a:prstGeom prst="rect">
          <a:avLst/>
        </a:prstGeom>
        <a:solidFill>
          <a:schemeClr val="accent2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Perform  review</a:t>
          </a:r>
        </a:p>
      </dsp:txBody>
      <dsp:txXfrm>
        <a:off x="1434352" y="330"/>
        <a:ext cx="550743" cy="330446"/>
      </dsp:txXfrm>
    </dsp:sp>
    <dsp:sp modelId="{46AD3932-E391-448C-8E4C-885D658D6A61}">
      <dsp:nvSpPr>
        <dsp:cNvPr id="0" name=""/>
        <dsp:cNvSpPr/>
      </dsp:nvSpPr>
      <dsp:spPr>
        <a:xfrm>
          <a:off x="2660711" y="119834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2705580" y="164920"/>
        <a:ext cx="6333" cy="1266"/>
      </dsp:txXfrm>
    </dsp:sp>
    <dsp:sp modelId="{337B184B-8411-4050-A0EE-A908C3BF5AA4}">
      <dsp:nvSpPr>
        <dsp:cNvPr id="0" name=""/>
        <dsp:cNvSpPr/>
      </dsp:nvSpPr>
      <dsp:spPr>
        <a:xfrm>
          <a:off x="2111767" y="330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Create system logical architecture</a:t>
          </a:r>
        </a:p>
      </dsp:txBody>
      <dsp:txXfrm>
        <a:off x="2111767" y="330"/>
        <a:ext cx="550743" cy="330446"/>
      </dsp:txXfrm>
    </dsp:sp>
    <dsp:sp modelId="{18A67F97-E17C-4234-AAC1-F057E95A9859}">
      <dsp:nvSpPr>
        <dsp:cNvPr id="0" name=""/>
        <dsp:cNvSpPr/>
      </dsp:nvSpPr>
      <dsp:spPr>
        <a:xfrm>
          <a:off x="3338126" y="119834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3382995" y="164920"/>
        <a:ext cx="6333" cy="1266"/>
      </dsp:txXfrm>
    </dsp:sp>
    <dsp:sp modelId="{0F174904-D454-4291-AACE-B7BF8BDFAD35}">
      <dsp:nvSpPr>
        <dsp:cNvPr id="0" name=""/>
        <dsp:cNvSpPr/>
      </dsp:nvSpPr>
      <dsp:spPr>
        <a:xfrm>
          <a:off x="2789182" y="330"/>
          <a:ext cx="550743" cy="330446"/>
        </a:xfrm>
        <a:prstGeom prst="rect">
          <a:avLst/>
        </a:prstGeom>
        <a:solidFill>
          <a:schemeClr val="accent2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Perform logical architecture review  </a:t>
          </a:r>
        </a:p>
      </dsp:txBody>
      <dsp:txXfrm>
        <a:off x="2789182" y="330"/>
        <a:ext cx="550743" cy="330446"/>
      </dsp:txXfrm>
    </dsp:sp>
    <dsp:sp modelId="{795F3B43-D582-4BFE-A882-A48DC279184D}">
      <dsp:nvSpPr>
        <dsp:cNvPr id="0" name=""/>
        <dsp:cNvSpPr/>
      </dsp:nvSpPr>
      <dsp:spPr>
        <a:xfrm>
          <a:off x="4015541" y="119834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4060410" y="164920"/>
        <a:ext cx="6333" cy="1266"/>
      </dsp:txXfrm>
    </dsp:sp>
    <dsp:sp modelId="{BF9A6EF2-BA84-424F-988B-073D28E3957A}">
      <dsp:nvSpPr>
        <dsp:cNvPr id="0" name=""/>
        <dsp:cNvSpPr/>
      </dsp:nvSpPr>
      <dsp:spPr>
        <a:xfrm>
          <a:off x="3466597" y="330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Derive sub-system requirements</a:t>
          </a:r>
        </a:p>
      </dsp:txBody>
      <dsp:txXfrm>
        <a:off x="3466597" y="330"/>
        <a:ext cx="550743" cy="330446"/>
      </dsp:txXfrm>
    </dsp:sp>
    <dsp:sp modelId="{75DF90E3-24C7-4F93-8120-ABE69FAA0A79}">
      <dsp:nvSpPr>
        <dsp:cNvPr id="0" name=""/>
        <dsp:cNvSpPr/>
      </dsp:nvSpPr>
      <dsp:spPr>
        <a:xfrm>
          <a:off x="354894" y="328977"/>
          <a:ext cx="4064489" cy="96071"/>
        </a:xfrm>
        <a:custGeom>
          <a:avLst/>
          <a:gdLst/>
          <a:ahLst/>
          <a:cxnLst/>
          <a:rect l="0" t="0" r="0" b="0"/>
          <a:pathLst>
            <a:path>
              <a:moveTo>
                <a:pt x="4064489" y="0"/>
              </a:moveTo>
              <a:lnTo>
                <a:pt x="4064489" y="65135"/>
              </a:lnTo>
              <a:lnTo>
                <a:pt x="0" y="65135"/>
              </a:lnTo>
              <a:lnTo>
                <a:pt x="0" y="96071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2285477" y="376379"/>
        <a:ext cx="203323" cy="1266"/>
      </dsp:txXfrm>
    </dsp:sp>
    <dsp:sp modelId="{3B2DA235-31E9-46E1-929C-B425C459515C}">
      <dsp:nvSpPr>
        <dsp:cNvPr id="0" name=""/>
        <dsp:cNvSpPr/>
      </dsp:nvSpPr>
      <dsp:spPr>
        <a:xfrm>
          <a:off x="4144012" y="330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Create physical architecture considering make or buy strategy</a:t>
          </a:r>
        </a:p>
      </dsp:txBody>
      <dsp:txXfrm>
        <a:off x="4144012" y="330"/>
        <a:ext cx="550743" cy="330446"/>
      </dsp:txXfrm>
    </dsp:sp>
    <dsp:sp modelId="{EC96659C-3F99-4FED-BBC2-CCA0BA3B687A}">
      <dsp:nvSpPr>
        <dsp:cNvPr id="0" name=""/>
        <dsp:cNvSpPr/>
      </dsp:nvSpPr>
      <dsp:spPr>
        <a:xfrm>
          <a:off x="628466" y="576951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673335" y="622038"/>
        <a:ext cx="6333" cy="1266"/>
      </dsp:txXfrm>
    </dsp:sp>
    <dsp:sp modelId="{50E03A6E-2512-4E3B-917C-BF2219A2B61C}">
      <dsp:nvSpPr>
        <dsp:cNvPr id="0" name=""/>
        <dsp:cNvSpPr/>
      </dsp:nvSpPr>
      <dsp:spPr>
        <a:xfrm>
          <a:off x="79522" y="457448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Define Bill of material</a:t>
          </a:r>
        </a:p>
      </dsp:txBody>
      <dsp:txXfrm>
        <a:off x="79522" y="457448"/>
        <a:ext cx="550743" cy="330446"/>
      </dsp:txXfrm>
    </dsp:sp>
    <dsp:sp modelId="{F1C5BCE4-2869-4AA6-99FC-A4F528B73167}">
      <dsp:nvSpPr>
        <dsp:cNvPr id="0" name=""/>
        <dsp:cNvSpPr/>
      </dsp:nvSpPr>
      <dsp:spPr>
        <a:xfrm>
          <a:off x="1305881" y="576951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1350750" y="622038"/>
        <a:ext cx="6333" cy="1266"/>
      </dsp:txXfrm>
    </dsp:sp>
    <dsp:sp modelId="{54D708CF-03F4-4810-8C02-ED0A841D9083}">
      <dsp:nvSpPr>
        <dsp:cNvPr id="0" name=""/>
        <dsp:cNvSpPr/>
      </dsp:nvSpPr>
      <dsp:spPr>
        <a:xfrm>
          <a:off x="756937" y="457448"/>
          <a:ext cx="550743" cy="330446"/>
        </a:xfrm>
        <a:prstGeom prst="rect">
          <a:avLst/>
        </a:prstGeom>
        <a:solidFill>
          <a:schemeClr val="accent2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Perform architecture and requirement review</a:t>
          </a:r>
        </a:p>
      </dsp:txBody>
      <dsp:txXfrm>
        <a:off x="756937" y="457448"/>
        <a:ext cx="550743" cy="330446"/>
      </dsp:txXfrm>
    </dsp:sp>
    <dsp:sp modelId="{CA704696-C215-42F5-B1F2-AB72E480F3BF}">
      <dsp:nvSpPr>
        <dsp:cNvPr id="0" name=""/>
        <dsp:cNvSpPr/>
      </dsp:nvSpPr>
      <dsp:spPr>
        <a:xfrm>
          <a:off x="1983296" y="576951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2028165" y="622038"/>
        <a:ext cx="6333" cy="1266"/>
      </dsp:txXfrm>
    </dsp:sp>
    <dsp:sp modelId="{6BFB464C-6BF5-42E6-89B6-8BB0A0F6778C}">
      <dsp:nvSpPr>
        <dsp:cNvPr id="0" name=""/>
        <dsp:cNvSpPr/>
      </dsp:nvSpPr>
      <dsp:spPr>
        <a:xfrm>
          <a:off x="1434352" y="457448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Derive nonfunctional requirements</a:t>
          </a:r>
        </a:p>
      </dsp:txBody>
      <dsp:txXfrm>
        <a:off x="1434352" y="457448"/>
        <a:ext cx="550743" cy="330446"/>
      </dsp:txXfrm>
    </dsp:sp>
    <dsp:sp modelId="{81117946-016C-447D-8427-A2823B291D0E}">
      <dsp:nvSpPr>
        <dsp:cNvPr id="0" name=""/>
        <dsp:cNvSpPr/>
      </dsp:nvSpPr>
      <dsp:spPr>
        <a:xfrm>
          <a:off x="2660711" y="576951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2705580" y="622038"/>
        <a:ext cx="6333" cy="1266"/>
      </dsp:txXfrm>
    </dsp:sp>
    <dsp:sp modelId="{53B1CA4D-4198-47CB-8E8C-ECB49F98E5DE}">
      <dsp:nvSpPr>
        <dsp:cNvPr id="0" name=""/>
        <dsp:cNvSpPr/>
      </dsp:nvSpPr>
      <dsp:spPr>
        <a:xfrm>
          <a:off x="2111767" y="457448"/>
          <a:ext cx="550743" cy="330446"/>
        </a:xfrm>
        <a:prstGeom prst="rect">
          <a:avLst/>
        </a:prstGeom>
        <a:solidFill>
          <a:schemeClr val="accent2">
            <a:lumMod val="20000"/>
            <a:lumOff val="8000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Perform final system design review</a:t>
          </a:r>
        </a:p>
      </dsp:txBody>
      <dsp:txXfrm>
        <a:off x="2111767" y="457448"/>
        <a:ext cx="550743" cy="330446"/>
      </dsp:txXfrm>
    </dsp:sp>
    <dsp:sp modelId="{8D1D59BB-85E6-481C-898B-BC2491DCB594}">
      <dsp:nvSpPr>
        <dsp:cNvPr id="0" name=""/>
        <dsp:cNvSpPr/>
      </dsp:nvSpPr>
      <dsp:spPr>
        <a:xfrm>
          <a:off x="3338126" y="576951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3382995" y="622038"/>
        <a:ext cx="6333" cy="1266"/>
      </dsp:txXfrm>
    </dsp:sp>
    <dsp:sp modelId="{4D550A8C-CCAE-4EDA-BFD9-D75E1B8A94F5}">
      <dsp:nvSpPr>
        <dsp:cNvPr id="0" name=""/>
        <dsp:cNvSpPr/>
      </dsp:nvSpPr>
      <dsp:spPr>
        <a:xfrm>
          <a:off x="2789182" y="457448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Derive system testing strategy</a:t>
          </a:r>
        </a:p>
      </dsp:txBody>
      <dsp:txXfrm>
        <a:off x="2789182" y="457448"/>
        <a:ext cx="550743" cy="330446"/>
      </dsp:txXfrm>
    </dsp:sp>
    <dsp:sp modelId="{C51E2566-9AAE-4A70-A33F-B01102FD4673}">
      <dsp:nvSpPr>
        <dsp:cNvPr id="0" name=""/>
        <dsp:cNvSpPr/>
      </dsp:nvSpPr>
      <dsp:spPr>
        <a:xfrm>
          <a:off x="4015541" y="576951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4060410" y="622038"/>
        <a:ext cx="6333" cy="1266"/>
      </dsp:txXfrm>
    </dsp:sp>
    <dsp:sp modelId="{C7E69607-5DCF-468B-B48C-925E200184FB}">
      <dsp:nvSpPr>
        <dsp:cNvPr id="0" name=""/>
        <dsp:cNvSpPr/>
      </dsp:nvSpPr>
      <dsp:spPr>
        <a:xfrm>
          <a:off x="3466597" y="457448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Derive work breakdown into relevant domains / subsystems</a:t>
          </a:r>
        </a:p>
      </dsp:txBody>
      <dsp:txXfrm>
        <a:off x="3466597" y="457448"/>
        <a:ext cx="550743" cy="330446"/>
      </dsp:txXfrm>
    </dsp:sp>
    <dsp:sp modelId="{396DDD01-9ABE-462D-B5F9-F36B9434C3C9}">
      <dsp:nvSpPr>
        <dsp:cNvPr id="0" name=""/>
        <dsp:cNvSpPr/>
      </dsp:nvSpPr>
      <dsp:spPr>
        <a:xfrm>
          <a:off x="354894" y="786094"/>
          <a:ext cx="4064489" cy="96071"/>
        </a:xfrm>
        <a:custGeom>
          <a:avLst/>
          <a:gdLst/>
          <a:ahLst/>
          <a:cxnLst/>
          <a:rect l="0" t="0" r="0" b="0"/>
          <a:pathLst>
            <a:path>
              <a:moveTo>
                <a:pt x="4064489" y="0"/>
              </a:moveTo>
              <a:lnTo>
                <a:pt x="4064489" y="65135"/>
              </a:lnTo>
              <a:lnTo>
                <a:pt x="0" y="65135"/>
              </a:lnTo>
              <a:lnTo>
                <a:pt x="0" y="96071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2285477" y="833496"/>
        <a:ext cx="203323" cy="1266"/>
      </dsp:txXfrm>
    </dsp:sp>
    <dsp:sp modelId="{F1BF0F90-88E0-4871-AAD1-8C8EB88FF505}">
      <dsp:nvSpPr>
        <dsp:cNvPr id="0" name=""/>
        <dsp:cNvSpPr/>
      </dsp:nvSpPr>
      <dsp:spPr>
        <a:xfrm>
          <a:off x="4144012" y="457448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Derive component testing strategy</a:t>
          </a:r>
        </a:p>
      </dsp:txBody>
      <dsp:txXfrm>
        <a:off x="4144012" y="457448"/>
        <a:ext cx="550743" cy="330446"/>
      </dsp:txXfrm>
    </dsp:sp>
    <dsp:sp modelId="{6B08075E-7F4D-45AA-A329-A58F0A29998B}">
      <dsp:nvSpPr>
        <dsp:cNvPr id="0" name=""/>
        <dsp:cNvSpPr/>
      </dsp:nvSpPr>
      <dsp:spPr>
        <a:xfrm>
          <a:off x="628466" y="1034068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673335" y="1079155"/>
        <a:ext cx="6333" cy="1266"/>
      </dsp:txXfrm>
    </dsp:sp>
    <dsp:sp modelId="{2CB10394-428E-43FD-A0C2-4DDC58F9C671}">
      <dsp:nvSpPr>
        <dsp:cNvPr id="0" name=""/>
        <dsp:cNvSpPr/>
      </dsp:nvSpPr>
      <dsp:spPr>
        <a:xfrm>
          <a:off x="79522" y="914565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Complete work of sub domains</a:t>
          </a:r>
        </a:p>
      </dsp:txBody>
      <dsp:txXfrm>
        <a:off x="79522" y="914565"/>
        <a:ext cx="550743" cy="330446"/>
      </dsp:txXfrm>
    </dsp:sp>
    <dsp:sp modelId="{1119C948-97D0-4529-875F-BC1CC53880EC}">
      <dsp:nvSpPr>
        <dsp:cNvPr id="0" name=""/>
        <dsp:cNvSpPr/>
      </dsp:nvSpPr>
      <dsp:spPr>
        <a:xfrm>
          <a:off x="1305881" y="1034068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1350750" y="1079155"/>
        <a:ext cx="6333" cy="1266"/>
      </dsp:txXfrm>
    </dsp:sp>
    <dsp:sp modelId="{82B99BCD-0031-4674-8033-6A88A2EA59F3}">
      <dsp:nvSpPr>
        <dsp:cNvPr id="0" name=""/>
        <dsp:cNvSpPr/>
      </dsp:nvSpPr>
      <dsp:spPr>
        <a:xfrm>
          <a:off x="756937" y="914565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Continuous verification/ component testing</a:t>
          </a:r>
        </a:p>
      </dsp:txBody>
      <dsp:txXfrm>
        <a:off x="756937" y="914565"/>
        <a:ext cx="550743" cy="330446"/>
      </dsp:txXfrm>
    </dsp:sp>
    <dsp:sp modelId="{F00D2C35-9B98-460F-B1A9-13CFC6F420F8}">
      <dsp:nvSpPr>
        <dsp:cNvPr id="0" name=""/>
        <dsp:cNvSpPr/>
      </dsp:nvSpPr>
      <dsp:spPr>
        <a:xfrm>
          <a:off x="1983296" y="1034068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2028165" y="1079155"/>
        <a:ext cx="6333" cy="1266"/>
      </dsp:txXfrm>
    </dsp:sp>
    <dsp:sp modelId="{FC57B33E-12E6-45B3-B0DE-F93958A91FC2}">
      <dsp:nvSpPr>
        <dsp:cNvPr id="0" name=""/>
        <dsp:cNvSpPr/>
      </dsp:nvSpPr>
      <dsp:spPr>
        <a:xfrm>
          <a:off x="1434352" y="914565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Integrate system elements ( assembly, flashing, ..)</a:t>
          </a:r>
        </a:p>
      </dsp:txBody>
      <dsp:txXfrm>
        <a:off x="1434352" y="914565"/>
        <a:ext cx="550743" cy="330446"/>
      </dsp:txXfrm>
    </dsp:sp>
    <dsp:sp modelId="{086BB3A7-CE58-4D7F-AAC4-7F8D9BD4D97E}">
      <dsp:nvSpPr>
        <dsp:cNvPr id="0" name=""/>
        <dsp:cNvSpPr/>
      </dsp:nvSpPr>
      <dsp:spPr>
        <a:xfrm>
          <a:off x="2660711" y="1034068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2705580" y="1079155"/>
        <a:ext cx="6333" cy="1266"/>
      </dsp:txXfrm>
    </dsp:sp>
    <dsp:sp modelId="{527E57E0-8DE8-4CA3-886E-90B319DE80AD}">
      <dsp:nvSpPr>
        <dsp:cNvPr id="0" name=""/>
        <dsp:cNvSpPr/>
      </dsp:nvSpPr>
      <dsp:spPr>
        <a:xfrm>
          <a:off x="2111767" y="914565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Validate system </a:t>
          </a:r>
          <a:r>
            <a:rPr lang="en-US" sz="400" kern="1200" dirty="0" err="1"/>
            <a:t>system</a:t>
          </a:r>
          <a:r>
            <a:rPr lang="en-US" sz="400" kern="1200" dirty="0"/>
            <a:t> testing</a:t>
          </a:r>
        </a:p>
      </dsp:txBody>
      <dsp:txXfrm>
        <a:off x="2111767" y="914565"/>
        <a:ext cx="550743" cy="330446"/>
      </dsp:txXfrm>
    </dsp:sp>
    <dsp:sp modelId="{6C5E5BF4-9084-4C83-9A27-C79D3800DD3E}">
      <dsp:nvSpPr>
        <dsp:cNvPr id="0" name=""/>
        <dsp:cNvSpPr/>
      </dsp:nvSpPr>
      <dsp:spPr>
        <a:xfrm>
          <a:off x="3338126" y="1034068"/>
          <a:ext cx="9607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9607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3382995" y="1079155"/>
        <a:ext cx="6333" cy="1266"/>
      </dsp:txXfrm>
    </dsp:sp>
    <dsp:sp modelId="{2633B2C2-A44F-43C8-9F75-2E531F6C1246}">
      <dsp:nvSpPr>
        <dsp:cNvPr id="0" name=""/>
        <dsp:cNvSpPr/>
      </dsp:nvSpPr>
      <dsp:spPr>
        <a:xfrm>
          <a:off x="2789182" y="914565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Create first draft  product documentation</a:t>
          </a:r>
        </a:p>
      </dsp:txBody>
      <dsp:txXfrm>
        <a:off x="2789182" y="914565"/>
        <a:ext cx="550743" cy="330446"/>
      </dsp:txXfrm>
    </dsp:sp>
    <dsp:sp modelId="{8347871B-93FA-4D16-9E6B-8E0E8115DF55}">
      <dsp:nvSpPr>
        <dsp:cNvPr id="0" name=""/>
        <dsp:cNvSpPr/>
      </dsp:nvSpPr>
      <dsp:spPr>
        <a:xfrm>
          <a:off x="3466597" y="914565"/>
          <a:ext cx="550743" cy="33044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8448" tIns="28448" rIns="28448" bIns="28448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" kern="1200" dirty="0"/>
            <a:t>Deploy prototyping concept</a:t>
          </a:r>
        </a:p>
      </dsp:txBody>
      <dsp:txXfrm>
        <a:off x="3466597" y="914565"/>
        <a:ext cx="550743" cy="3304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0B4FD5-86C7-4E65-872A-D0A3DFB40074}">
      <dsp:nvSpPr>
        <dsp:cNvPr id="0" name=""/>
        <dsp:cNvSpPr/>
      </dsp:nvSpPr>
      <dsp:spPr>
        <a:xfrm>
          <a:off x="473586" y="98334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45720"/>
              </a:moveTo>
              <a:lnTo>
                <a:pt x="12456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516570" y="143506"/>
        <a:ext cx="5472" cy="1095"/>
      </dsp:txXfrm>
    </dsp:sp>
    <dsp:sp modelId="{C9C479D2-8934-45D8-BB20-55A67D3C01FB}">
      <dsp:nvSpPr>
        <dsp:cNvPr id="0" name=""/>
        <dsp:cNvSpPr/>
      </dsp:nvSpPr>
      <dsp:spPr>
        <a:xfrm>
          <a:off x="45272" y="1304"/>
          <a:ext cx="475833" cy="2854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Announcement</a:t>
          </a:r>
        </a:p>
      </dsp:txBody>
      <dsp:txXfrm>
        <a:off x="45272" y="1304"/>
        <a:ext cx="475833" cy="285499"/>
      </dsp:txXfrm>
    </dsp:sp>
    <dsp:sp modelId="{A9556302-E8B1-4E8B-BE77-09BC3D1654A3}">
      <dsp:nvSpPr>
        <dsp:cNvPr id="0" name=""/>
        <dsp:cNvSpPr/>
      </dsp:nvSpPr>
      <dsp:spPr>
        <a:xfrm>
          <a:off x="1058861" y="98334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45720"/>
              </a:moveTo>
              <a:lnTo>
                <a:pt x="12456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1101845" y="143506"/>
        <a:ext cx="5472" cy="1095"/>
      </dsp:txXfrm>
    </dsp:sp>
    <dsp:sp modelId="{D7B57B90-6F20-4B94-A3A4-2C8CD93C29C5}">
      <dsp:nvSpPr>
        <dsp:cNvPr id="0" name=""/>
        <dsp:cNvSpPr/>
      </dsp:nvSpPr>
      <dsp:spPr>
        <a:xfrm>
          <a:off x="630547" y="1304"/>
          <a:ext cx="475833" cy="2854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Candidate selection</a:t>
          </a:r>
        </a:p>
      </dsp:txBody>
      <dsp:txXfrm>
        <a:off x="630547" y="1304"/>
        <a:ext cx="475833" cy="285499"/>
      </dsp:txXfrm>
    </dsp:sp>
    <dsp:sp modelId="{C9BB813D-4E00-4D3B-817F-898500A5CB17}">
      <dsp:nvSpPr>
        <dsp:cNvPr id="0" name=""/>
        <dsp:cNvSpPr/>
      </dsp:nvSpPr>
      <dsp:spPr>
        <a:xfrm>
          <a:off x="1644136" y="98334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45720"/>
              </a:moveTo>
              <a:lnTo>
                <a:pt x="12456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1687120" y="143506"/>
        <a:ext cx="5472" cy="1095"/>
      </dsp:txXfrm>
    </dsp:sp>
    <dsp:sp modelId="{E12B2D52-7D66-4627-B1F1-A8197205C944}">
      <dsp:nvSpPr>
        <dsp:cNvPr id="0" name=""/>
        <dsp:cNvSpPr/>
      </dsp:nvSpPr>
      <dsp:spPr>
        <a:xfrm>
          <a:off x="1215822" y="1304"/>
          <a:ext cx="475833" cy="2854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Candidate welcoming</a:t>
          </a:r>
        </a:p>
      </dsp:txBody>
      <dsp:txXfrm>
        <a:off x="1215822" y="1304"/>
        <a:ext cx="475833" cy="285499"/>
      </dsp:txXfrm>
    </dsp:sp>
    <dsp:sp modelId="{85956DAF-68C1-45B1-8729-9A4EA5E93342}">
      <dsp:nvSpPr>
        <dsp:cNvPr id="0" name=""/>
        <dsp:cNvSpPr/>
      </dsp:nvSpPr>
      <dsp:spPr>
        <a:xfrm>
          <a:off x="2229411" y="98334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45720"/>
              </a:moveTo>
              <a:lnTo>
                <a:pt x="12456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2272395" y="143506"/>
        <a:ext cx="5472" cy="1095"/>
      </dsp:txXfrm>
    </dsp:sp>
    <dsp:sp modelId="{4821F71C-E6A4-4865-B2D6-4D397E89EDAB}">
      <dsp:nvSpPr>
        <dsp:cNvPr id="0" name=""/>
        <dsp:cNvSpPr/>
      </dsp:nvSpPr>
      <dsp:spPr>
        <a:xfrm>
          <a:off x="1801097" y="1304"/>
          <a:ext cx="475833" cy="2854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Presentation of the enterprise</a:t>
          </a:r>
        </a:p>
      </dsp:txBody>
      <dsp:txXfrm>
        <a:off x="1801097" y="1304"/>
        <a:ext cx="475833" cy="285499"/>
      </dsp:txXfrm>
    </dsp:sp>
    <dsp:sp modelId="{D744967C-41F0-43D6-B55A-9E96B9FE83FA}">
      <dsp:nvSpPr>
        <dsp:cNvPr id="0" name=""/>
        <dsp:cNvSpPr/>
      </dsp:nvSpPr>
      <dsp:spPr>
        <a:xfrm>
          <a:off x="283189" y="239284"/>
          <a:ext cx="2341099" cy="91440"/>
        </a:xfrm>
        <a:custGeom>
          <a:avLst/>
          <a:gdLst/>
          <a:ahLst/>
          <a:cxnLst/>
          <a:rect l="0" t="0" r="0" b="0"/>
          <a:pathLst>
            <a:path>
              <a:moveTo>
                <a:pt x="2341099" y="45720"/>
              </a:moveTo>
              <a:lnTo>
                <a:pt x="2341099" y="102240"/>
              </a:lnTo>
              <a:lnTo>
                <a:pt x="0" y="102240"/>
              </a:lnTo>
              <a:lnTo>
                <a:pt x="0" y="124561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1395148" y="284456"/>
        <a:ext cx="117182" cy="1095"/>
      </dsp:txXfrm>
    </dsp:sp>
    <dsp:sp modelId="{E7D2D6E2-26D0-4318-AD74-A51EF6C47B24}">
      <dsp:nvSpPr>
        <dsp:cNvPr id="0" name=""/>
        <dsp:cNvSpPr/>
      </dsp:nvSpPr>
      <dsp:spPr>
        <a:xfrm>
          <a:off x="2386372" y="1304"/>
          <a:ext cx="475833" cy="2854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Coming together</a:t>
          </a:r>
        </a:p>
      </dsp:txBody>
      <dsp:txXfrm>
        <a:off x="2386372" y="1304"/>
        <a:ext cx="475833" cy="285499"/>
      </dsp:txXfrm>
    </dsp:sp>
    <dsp:sp modelId="{78337B0A-5D2C-4CC0-A2A0-3780FAD8665B}">
      <dsp:nvSpPr>
        <dsp:cNvPr id="0" name=""/>
        <dsp:cNvSpPr/>
      </dsp:nvSpPr>
      <dsp:spPr>
        <a:xfrm>
          <a:off x="473586" y="493276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45720"/>
              </a:moveTo>
              <a:lnTo>
                <a:pt x="12456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516570" y="538448"/>
        <a:ext cx="5472" cy="1095"/>
      </dsp:txXfrm>
    </dsp:sp>
    <dsp:sp modelId="{D423549B-6DBE-4177-A32C-02B1BE5F6C8A}">
      <dsp:nvSpPr>
        <dsp:cNvPr id="0" name=""/>
        <dsp:cNvSpPr/>
      </dsp:nvSpPr>
      <dsp:spPr>
        <a:xfrm>
          <a:off x="45272" y="396246"/>
          <a:ext cx="475833" cy="2854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Team forming</a:t>
          </a:r>
        </a:p>
      </dsp:txBody>
      <dsp:txXfrm>
        <a:off x="45272" y="396246"/>
        <a:ext cx="475833" cy="285499"/>
      </dsp:txXfrm>
    </dsp:sp>
    <dsp:sp modelId="{73AC27D0-F694-40BF-BDAF-FF2DA1575A6D}">
      <dsp:nvSpPr>
        <dsp:cNvPr id="0" name=""/>
        <dsp:cNvSpPr/>
      </dsp:nvSpPr>
      <dsp:spPr>
        <a:xfrm>
          <a:off x="1058861" y="493276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45720"/>
              </a:moveTo>
              <a:lnTo>
                <a:pt x="12456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1101845" y="538448"/>
        <a:ext cx="5472" cy="1095"/>
      </dsp:txXfrm>
    </dsp:sp>
    <dsp:sp modelId="{B4EC1207-83C5-42A4-A571-C46769F8EF64}">
      <dsp:nvSpPr>
        <dsp:cNvPr id="0" name=""/>
        <dsp:cNvSpPr/>
      </dsp:nvSpPr>
      <dsp:spPr>
        <a:xfrm>
          <a:off x="630547" y="396246"/>
          <a:ext cx="475833" cy="2854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Project description</a:t>
          </a:r>
        </a:p>
      </dsp:txBody>
      <dsp:txXfrm>
        <a:off x="630547" y="396246"/>
        <a:ext cx="475833" cy="285499"/>
      </dsp:txXfrm>
    </dsp:sp>
    <dsp:sp modelId="{DE305013-9097-4237-98C6-DDF12F68F1EA}">
      <dsp:nvSpPr>
        <dsp:cNvPr id="0" name=""/>
        <dsp:cNvSpPr/>
      </dsp:nvSpPr>
      <dsp:spPr>
        <a:xfrm>
          <a:off x="1644136" y="493276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45720"/>
              </a:moveTo>
              <a:lnTo>
                <a:pt x="12456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1687120" y="538448"/>
        <a:ext cx="5472" cy="1095"/>
      </dsp:txXfrm>
    </dsp:sp>
    <dsp:sp modelId="{91116A3A-7293-4EFE-B2FD-01DA344854EC}">
      <dsp:nvSpPr>
        <dsp:cNvPr id="0" name=""/>
        <dsp:cNvSpPr/>
      </dsp:nvSpPr>
      <dsp:spPr>
        <a:xfrm>
          <a:off x="1215822" y="396246"/>
          <a:ext cx="475833" cy="2854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Project progress step1 review</a:t>
          </a:r>
        </a:p>
      </dsp:txBody>
      <dsp:txXfrm>
        <a:off x="1215822" y="396246"/>
        <a:ext cx="475833" cy="285499"/>
      </dsp:txXfrm>
    </dsp:sp>
    <dsp:sp modelId="{4BCE1269-D4BB-4BFF-AC6B-CB37C6D22BC3}">
      <dsp:nvSpPr>
        <dsp:cNvPr id="0" name=""/>
        <dsp:cNvSpPr/>
      </dsp:nvSpPr>
      <dsp:spPr>
        <a:xfrm>
          <a:off x="2229411" y="493276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45720"/>
              </a:moveTo>
              <a:lnTo>
                <a:pt x="12456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2272395" y="538448"/>
        <a:ext cx="5472" cy="1095"/>
      </dsp:txXfrm>
    </dsp:sp>
    <dsp:sp modelId="{779933A5-2015-4A7D-B5CC-4C26CCFEEBBA}">
      <dsp:nvSpPr>
        <dsp:cNvPr id="0" name=""/>
        <dsp:cNvSpPr/>
      </dsp:nvSpPr>
      <dsp:spPr>
        <a:xfrm>
          <a:off x="1801097" y="396246"/>
          <a:ext cx="475833" cy="2854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Project progress step2 review</a:t>
          </a:r>
        </a:p>
      </dsp:txBody>
      <dsp:txXfrm>
        <a:off x="1801097" y="396246"/>
        <a:ext cx="475833" cy="285499"/>
      </dsp:txXfrm>
    </dsp:sp>
    <dsp:sp modelId="{07BD4495-CCA7-4D55-9E11-BA069E13B4F7}">
      <dsp:nvSpPr>
        <dsp:cNvPr id="0" name=""/>
        <dsp:cNvSpPr/>
      </dsp:nvSpPr>
      <dsp:spPr>
        <a:xfrm>
          <a:off x="283189" y="634225"/>
          <a:ext cx="2341099" cy="91440"/>
        </a:xfrm>
        <a:custGeom>
          <a:avLst/>
          <a:gdLst/>
          <a:ahLst/>
          <a:cxnLst/>
          <a:rect l="0" t="0" r="0" b="0"/>
          <a:pathLst>
            <a:path>
              <a:moveTo>
                <a:pt x="2341099" y="45720"/>
              </a:moveTo>
              <a:lnTo>
                <a:pt x="2341099" y="102240"/>
              </a:lnTo>
              <a:lnTo>
                <a:pt x="0" y="102240"/>
              </a:lnTo>
              <a:lnTo>
                <a:pt x="0" y="124561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1395148" y="679398"/>
        <a:ext cx="117182" cy="1095"/>
      </dsp:txXfrm>
    </dsp:sp>
    <dsp:sp modelId="{57F3FC6D-1399-41FF-BFBC-803E5AF3EC21}">
      <dsp:nvSpPr>
        <dsp:cNvPr id="0" name=""/>
        <dsp:cNvSpPr/>
      </dsp:nvSpPr>
      <dsp:spPr>
        <a:xfrm>
          <a:off x="2386372" y="396246"/>
          <a:ext cx="475833" cy="2854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Project finalization</a:t>
          </a:r>
        </a:p>
      </dsp:txBody>
      <dsp:txXfrm>
        <a:off x="2386372" y="396246"/>
        <a:ext cx="475833" cy="285499"/>
      </dsp:txXfrm>
    </dsp:sp>
    <dsp:sp modelId="{B58D38DB-75DF-47F8-86E4-FBD203AE85B5}">
      <dsp:nvSpPr>
        <dsp:cNvPr id="0" name=""/>
        <dsp:cNvSpPr/>
      </dsp:nvSpPr>
      <dsp:spPr>
        <a:xfrm>
          <a:off x="473586" y="888217"/>
          <a:ext cx="91440" cy="91440"/>
        </a:xfrm>
        <a:custGeom>
          <a:avLst/>
          <a:gdLst/>
          <a:ahLst/>
          <a:cxnLst/>
          <a:rect l="0" t="0" r="0" b="0"/>
          <a:pathLst>
            <a:path>
              <a:moveTo>
                <a:pt x="45720" y="45720"/>
              </a:moveTo>
              <a:lnTo>
                <a:pt x="124561" y="45720"/>
              </a:lnTo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516570" y="933389"/>
        <a:ext cx="5472" cy="1095"/>
      </dsp:txXfrm>
    </dsp:sp>
    <dsp:sp modelId="{561F02AA-6EA1-4EDD-8B87-F226431351FA}">
      <dsp:nvSpPr>
        <dsp:cNvPr id="0" name=""/>
        <dsp:cNvSpPr/>
      </dsp:nvSpPr>
      <dsp:spPr>
        <a:xfrm>
          <a:off x="45272" y="791187"/>
          <a:ext cx="475833" cy="2854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Project presentation</a:t>
          </a:r>
        </a:p>
      </dsp:txBody>
      <dsp:txXfrm>
        <a:off x="45272" y="791187"/>
        <a:ext cx="475833" cy="285499"/>
      </dsp:txXfrm>
    </dsp:sp>
    <dsp:sp modelId="{B8B1AA1D-8335-407F-9F7D-239517F4F97D}">
      <dsp:nvSpPr>
        <dsp:cNvPr id="0" name=""/>
        <dsp:cNvSpPr/>
      </dsp:nvSpPr>
      <dsp:spPr>
        <a:xfrm>
          <a:off x="630547" y="791187"/>
          <a:ext cx="475833" cy="285499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Certifications</a:t>
          </a:r>
        </a:p>
      </dsp:txBody>
      <dsp:txXfrm>
        <a:off x="630547" y="791187"/>
        <a:ext cx="475833" cy="28549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776EB1-DAFC-404D-823B-4BAE2B3DD99E}">
      <dsp:nvSpPr>
        <dsp:cNvPr id="0" name=""/>
        <dsp:cNvSpPr/>
      </dsp:nvSpPr>
      <dsp:spPr>
        <a:xfrm>
          <a:off x="5832" y="0"/>
          <a:ext cx="1377073" cy="3260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Analysis phase</a:t>
          </a:r>
        </a:p>
      </dsp:txBody>
      <dsp:txXfrm>
        <a:off x="5832" y="0"/>
        <a:ext cx="1377073" cy="326044"/>
      </dsp:txXfrm>
    </dsp:sp>
    <dsp:sp modelId="{E1FB9DE2-6184-4001-B735-A42E1A261BF5}">
      <dsp:nvSpPr>
        <dsp:cNvPr id="0" name=""/>
        <dsp:cNvSpPr/>
      </dsp:nvSpPr>
      <dsp:spPr>
        <a:xfrm>
          <a:off x="5832" y="326044"/>
          <a:ext cx="1377073" cy="480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8006" tIns="48006" rIns="64008" bIns="72009" numCol="1" spcCol="1270" anchor="t" anchorCtr="0">
          <a:noAutofit/>
        </a:bodyPr>
        <a:lstStyle/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Requirement engineering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 dirty="0"/>
            <a:t>System / solution architecture  design</a:t>
          </a:r>
        </a:p>
      </dsp:txBody>
      <dsp:txXfrm>
        <a:off x="5832" y="326044"/>
        <a:ext cx="1377073" cy="480370"/>
      </dsp:txXfrm>
    </dsp:sp>
    <dsp:sp modelId="{CC23B184-8F61-44F7-B2C3-05C0241F8214}">
      <dsp:nvSpPr>
        <dsp:cNvPr id="0" name=""/>
        <dsp:cNvSpPr/>
      </dsp:nvSpPr>
      <dsp:spPr>
        <a:xfrm>
          <a:off x="1575696" y="0"/>
          <a:ext cx="1377073" cy="3260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Implementation phase</a:t>
          </a:r>
        </a:p>
      </dsp:txBody>
      <dsp:txXfrm>
        <a:off x="1575696" y="0"/>
        <a:ext cx="1377073" cy="326044"/>
      </dsp:txXfrm>
    </dsp:sp>
    <dsp:sp modelId="{657F6B5F-3148-411B-8969-4196731FF2AE}">
      <dsp:nvSpPr>
        <dsp:cNvPr id="0" name=""/>
        <dsp:cNvSpPr/>
      </dsp:nvSpPr>
      <dsp:spPr>
        <a:xfrm>
          <a:off x="1575696" y="326044"/>
          <a:ext cx="1377073" cy="480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Component architecture design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Component design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Technical risk analysis 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Make or buy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kern="1200" dirty="0"/>
            <a:t>Component testing</a:t>
          </a:r>
        </a:p>
      </dsp:txBody>
      <dsp:txXfrm>
        <a:off x="1575696" y="326044"/>
        <a:ext cx="1377073" cy="480370"/>
      </dsp:txXfrm>
    </dsp:sp>
    <dsp:sp modelId="{4A57CF9C-B592-4265-8996-40D72F625B62}">
      <dsp:nvSpPr>
        <dsp:cNvPr id="0" name=""/>
        <dsp:cNvSpPr/>
      </dsp:nvSpPr>
      <dsp:spPr>
        <a:xfrm>
          <a:off x="3145560" y="0"/>
          <a:ext cx="1377073" cy="3260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36576" rIns="64008" bIns="36576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Realization phase</a:t>
          </a:r>
        </a:p>
      </dsp:txBody>
      <dsp:txXfrm>
        <a:off x="3145560" y="0"/>
        <a:ext cx="1377073" cy="326044"/>
      </dsp:txXfrm>
    </dsp:sp>
    <dsp:sp modelId="{EF060D50-47F6-4EE0-9165-BF5F762AF6A3}">
      <dsp:nvSpPr>
        <dsp:cNvPr id="0" name=""/>
        <dsp:cNvSpPr/>
      </dsp:nvSpPr>
      <dsp:spPr>
        <a:xfrm>
          <a:off x="3145560" y="326044"/>
          <a:ext cx="1377073" cy="48037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2672" tIns="42672" rIns="56896" bIns="64008" numCol="1" spcCol="1270" anchor="t" anchorCtr="0">
          <a:noAutofit/>
        </a:bodyPr>
        <a:lstStyle/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System integration</a:t>
          </a:r>
        </a:p>
        <a:p>
          <a:pPr marL="57150" lvl="1" indent="-57150" algn="l" defTabSz="355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800" b="0" kern="1200" dirty="0"/>
            <a:t>System validation</a:t>
          </a:r>
        </a:p>
      </dsp:txBody>
      <dsp:txXfrm>
        <a:off x="3145560" y="326044"/>
        <a:ext cx="1377073" cy="4803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A87819-6626-4ADB-9081-9074CC6AA53A}">
      <dsp:nvSpPr>
        <dsp:cNvPr id="0" name=""/>
        <dsp:cNvSpPr/>
      </dsp:nvSpPr>
      <dsp:spPr>
        <a:xfrm>
          <a:off x="117544" y="296"/>
          <a:ext cx="579779" cy="3478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Identify target group</a:t>
          </a:r>
        </a:p>
      </dsp:txBody>
      <dsp:txXfrm>
        <a:off x="127733" y="10485"/>
        <a:ext cx="559401" cy="327489"/>
      </dsp:txXfrm>
    </dsp:sp>
    <dsp:sp modelId="{486CA94C-4EF6-4BD7-BC1F-625933E0C7FD}">
      <dsp:nvSpPr>
        <dsp:cNvPr id="0" name=""/>
        <dsp:cNvSpPr/>
      </dsp:nvSpPr>
      <dsp:spPr>
        <a:xfrm>
          <a:off x="748344" y="102337"/>
          <a:ext cx="122913" cy="14378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748344" y="131094"/>
        <a:ext cx="86039" cy="86271"/>
      </dsp:txXfrm>
    </dsp:sp>
    <dsp:sp modelId="{749AAC7C-1A8E-4D64-AAEA-4A4796FE2AD1}">
      <dsp:nvSpPr>
        <dsp:cNvPr id="0" name=""/>
        <dsp:cNvSpPr/>
      </dsp:nvSpPr>
      <dsp:spPr>
        <a:xfrm>
          <a:off x="929235" y="296"/>
          <a:ext cx="579779" cy="3478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Identify pain points</a:t>
          </a:r>
        </a:p>
      </dsp:txBody>
      <dsp:txXfrm>
        <a:off x="939424" y="10485"/>
        <a:ext cx="559401" cy="327489"/>
      </dsp:txXfrm>
    </dsp:sp>
    <dsp:sp modelId="{0F67D827-AD1E-4DAE-80B9-D7DFE0640003}">
      <dsp:nvSpPr>
        <dsp:cNvPr id="0" name=""/>
        <dsp:cNvSpPr/>
      </dsp:nvSpPr>
      <dsp:spPr>
        <a:xfrm rot="5400000">
          <a:off x="1157669" y="388748"/>
          <a:ext cx="122913" cy="14378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 rot="-5400000">
        <a:off x="1175990" y="399184"/>
        <a:ext cx="86271" cy="86039"/>
      </dsp:txXfrm>
    </dsp:sp>
    <dsp:sp modelId="{CB35FD30-5DC1-4A31-AEB8-9A31D1B84CA6}">
      <dsp:nvSpPr>
        <dsp:cNvPr id="0" name=""/>
        <dsp:cNvSpPr/>
      </dsp:nvSpPr>
      <dsp:spPr>
        <a:xfrm>
          <a:off x="929235" y="580075"/>
          <a:ext cx="579779" cy="3478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Working out the USP</a:t>
          </a:r>
        </a:p>
      </dsp:txBody>
      <dsp:txXfrm>
        <a:off x="939424" y="590264"/>
        <a:ext cx="559401" cy="327489"/>
      </dsp:txXfrm>
    </dsp:sp>
    <dsp:sp modelId="{EA3F8223-AE6C-4B86-B01E-B27D560A059E}">
      <dsp:nvSpPr>
        <dsp:cNvPr id="0" name=""/>
        <dsp:cNvSpPr/>
      </dsp:nvSpPr>
      <dsp:spPr>
        <a:xfrm rot="10800000">
          <a:off x="755302" y="682117"/>
          <a:ext cx="122913" cy="143785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 rot="10800000">
        <a:off x="792176" y="710874"/>
        <a:ext cx="86039" cy="86271"/>
      </dsp:txXfrm>
    </dsp:sp>
    <dsp:sp modelId="{38D7E126-5D1E-451A-BFA2-FD31FE16841F}">
      <dsp:nvSpPr>
        <dsp:cNvPr id="0" name=""/>
        <dsp:cNvSpPr/>
      </dsp:nvSpPr>
      <dsp:spPr>
        <a:xfrm>
          <a:off x="117544" y="580075"/>
          <a:ext cx="579779" cy="34786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Communicate of problem solution</a:t>
          </a:r>
        </a:p>
      </dsp:txBody>
      <dsp:txXfrm>
        <a:off x="127733" y="590264"/>
        <a:ext cx="559401" cy="32748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A33500-D27E-46E3-BFAA-4214085F16D8}">
      <dsp:nvSpPr>
        <dsp:cNvPr id="0" name=""/>
        <dsp:cNvSpPr/>
      </dsp:nvSpPr>
      <dsp:spPr>
        <a:xfrm rot="5397550">
          <a:off x="74233" y="271899"/>
          <a:ext cx="408125" cy="50316"/>
        </a:xfrm>
        <a:prstGeom prst="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77570D4-5DD3-4513-8938-91D7DCE96C88}">
      <dsp:nvSpPr>
        <dsp:cNvPr id="0" name=""/>
        <dsp:cNvSpPr/>
      </dsp:nvSpPr>
      <dsp:spPr>
        <a:xfrm>
          <a:off x="30580" y="749"/>
          <a:ext cx="814301" cy="3354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Get request and artefacts</a:t>
          </a:r>
        </a:p>
      </dsp:txBody>
      <dsp:txXfrm>
        <a:off x="40405" y="10574"/>
        <a:ext cx="794651" cy="315794"/>
      </dsp:txXfrm>
    </dsp:sp>
    <dsp:sp modelId="{DD7453AE-7355-4A9D-AD05-778E170148DB}">
      <dsp:nvSpPr>
        <dsp:cNvPr id="0" name=""/>
        <dsp:cNvSpPr/>
      </dsp:nvSpPr>
      <dsp:spPr>
        <a:xfrm rot="5403191">
          <a:off x="74189" y="691204"/>
          <a:ext cx="408125" cy="50316"/>
        </a:xfrm>
        <a:prstGeom prst="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6E1B113-67E0-4413-BEDA-642DD7BA723A}">
      <dsp:nvSpPr>
        <dsp:cNvPr id="0" name=""/>
        <dsp:cNvSpPr/>
      </dsp:nvSpPr>
      <dsp:spPr>
        <a:xfrm>
          <a:off x="16033" y="420054"/>
          <a:ext cx="843395" cy="3354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Requirement gathering regarding buyer (on spec, budget and Business objectives) </a:t>
          </a:r>
        </a:p>
      </dsp:txBody>
      <dsp:txXfrm>
        <a:off x="25858" y="429879"/>
        <a:ext cx="823745" cy="315794"/>
      </dsp:txXfrm>
    </dsp:sp>
    <dsp:sp modelId="{D2098002-6A63-4C4B-9C60-8FD96CC6F53F}">
      <dsp:nvSpPr>
        <dsp:cNvPr id="0" name=""/>
        <dsp:cNvSpPr/>
      </dsp:nvSpPr>
      <dsp:spPr>
        <a:xfrm>
          <a:off x="289666" y="900856"/>
          <a:ext cx="954300" cy="50316"/>
        </a:xfrm>
        <a:prstGeom prst="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E53F1DD-ABE4-4A28-A4C2-DF6251B96F03}">
      <dsp:nvSpPr>
        <dsp:cNvPr id="0" name=""/>
        <dsp:cNvSpPr/>
      </dsp:nvSpPr>
      <dsp:spPr>
        <a:xfrm>
          <a:off x="34980" y="839359"/>
          <a:ext cx="805501" cy="3354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Request analysis and proposition of a rough</a:t>
          </a:r>
        </a:p>
      </dsp:txBody>
      <dsp:txXfrm>
        <a:off x="44805" y="849184"/>
        <a:ext cx="785851" cy="315794"/>
      </dsp:txXfrm>
    </dsp:sp>
    <dsp:sp modelId="{4E1C3853-2B96-4F04-8803-314D689A2693}">
      <dsp:nvSpPr>
        <dsp:cNvPr id="0" name=""/>
        <dsp:cNvSpPr/>
      </dsp:nvSpPr>
      <dsp:spPr>
        <a:xfrm rot="16200000">
          <a:off x="1049705" y="691204"/>
          <a:ext cx="408125" cy="50316"/>
        </a:xfrm>
        <a:prstGeom prst="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17754AAE-ABD4-4DF6-A86D-C2062E291B5A}">
      <dsp:nvSpPr>
        <dsp:cNvPr id="0" name=""/>
        <dsp:cNvSpPr/>
      </dsp:nvSpPr>
      <dsp:spPr>
        <a:xfrm>
          <a:off x="1043923" y="839359"/>
          <a:ext cx="740330" cy="3354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Scoping and pricing (detailed scope , milestones and payment method)</a:t>
          </a:r>
        </a:p>
      </dsp:txBody>
      <dsp:txXfrm>
        <a:off x="1053748" y="849184"/>
        <a:ext cx="720680" cy="315794"/>
      </dsp:txXfrm>
    </dsp:sp>
    <dsp:sp modelId="{79C8FB7E-AF04-4BC9-B33E-1617AE8B199E}">
      <dsp:nvSpPr>
        <dsp:cNvPr id="0" name=""/>
        <dsp:cNvSpPr/>
      </dsp:nvSpPr>
      <dsp:spPr>
        <a:xfrm rot="16200000">
          <a:off x="1049705" y="271899"/>
          <a:ext cx="408125" cy="50316"/>
        </a:xfrm>
        <a:prstGeom prst="rect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2EE7A65-7F9B-4FF1-9245-2DA759A8FDB1}">
      <dsp:nvSpPr>
        <dsp:cNvPr id="0" name=""/>
        <dsp:cNvSpPr/>
      </dsp:nvSpPr>
      <dsp:spPr>
        <a:xfrm>
          <a:off x="1043923" y="420054"/>
          <a:ext cx="740330" cy="3354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Agreement and NDA and project vignette</a:t>
          </a:r>
        </a:p>
      </dsp:txBody>
      <dsp:txXfrm>
        <a:off x="1053748" y="429879"/>
        <a:ext cx="720680" cy="315794"/>
      </dsp:txXfrm>
    </dsp:sp>
    <dsp:sp modelId="{43705110-817A-46D8-B13A-20E032C8676F}">
      <dsp:nvSpPr>
        <dsp:cNvPr id="0" name=""/>
        <dsp:cNvSpPr/>
      </dsp:nvSpPr>
      <dsp:spPr>
        <a:xfrm>
          <a:off x="1043923" y="749"/>
          <a:ext cx="740330" cy="33544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Project Kick-Off Meeting</a:t>
          </a:r>
        </a:p>
      </dsp:txBody>
      <dsp:txXfrm>
        <a:off x="1053748" y="10574"/>
        <a:ext cx="720680" cy="3157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65C13E-61BC-4BA2-B570-31E6D49CDAC9}">
      <dsp:nvSpPr>
        <dsp:cNvPr id="0" name=""/>
        <dsp:cNvSpPr/>
      </dsp:nvSpPr>
      <dsp:spPr>
        <a:xfrm>
          <a:off x="1565" y="229520"/>
          <a:ext cx="467776" cy="2806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Define strategic searching area</a:t>
          </a:r>
        </a:p>
      </dsp:txBody>
      <dsp:txXfrm>
        <a:off x="9785" y="237740"/>
        <a:ext cx="451336" cy="264225"/>
      </dsp:txXfrm>
    </dsp:sp>
    <dsp:sp modelId="{B433040C-93CF-4CDF-A72A-ECCE09A1EE26}">
      <dsp:nvSpPr>
        <dsp:cNvPr id="0" name=""/>
        <dsp:cNvSpPr/>
      </dsp:nvSpPr>
      <dsp:spPr>
        <a:xfrm>
          <a:off x="510505" y="311848"/>
          <a:ext cx="99168" cy="1160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510505" y="335050"/>
        <a:ext cx="69418" cy="69604"/>
      </dsp:txXfrm>
    </dsp:sp>
    <dsp:sp modelId="{D1B18C24-F98C-4BC9-B4C4-351A0E131BBF}">
      <dsp:nvSpPr>
        <dsp:cNvPr id="0" name=""/>
        <dsp:cNvSpPr/>
      </dsp:nvSpPr>
      <dsp:spPr>
        <a:xfrm>
          <a:off x="656452" y="229520"/>
          <a:ext cx="467776" cy="2806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Generate idea</a:t>
          </a:r>
        </a:p>
      </dsp:txBody>
      <dsp:txXfrm>
        <a:off x="664672" y="237740"/>
        <a:ext cx="451336" cy="264225"/>
      </dsp:txXfrm>
    </dsp:sp>
    <dsp:sp modelId="{902FD398-3530-42EA-810F-67F44CBBA289}">
      <dsp:nvSpPr>
        <dsp:cNvPr id="0" name=""/>
        <dsp:cNvSpPr/>
      </dsp:nvSpPr>
      <dsp:spPr>
        <a:xfrm>
          <a:off x="1165393" y="311848"/>
          <a:ext cx="99168" cy="1160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>
        <a:off x="1165393" y="335050"/>
        <a:ext cx="69418" cy="69604"/>
      </dsp:txXfrm>
    </dsp:sp>
    <dsp:sp modelId="{62B32ECC-375F-4555-B018-CC8AD0185064}">
      <dsp:nvSpPr>
        <dsp:cNvPr id="0" name=""/>
        <dsp:cNvSpPr/>
      </dsp:nvSpPr>
      <dsp:spPr>
        <a:xfrm>
          <a:off x="1311339" y="229520"/>
          <a:ext cx="467776" cy="2806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Conceptualize the idea</a:t>
          </a:r>
        </a:p>
      </dsp:txBody>
      <dsp:txXfrm>
        <a:off x="1319559" y="237740"/>
        <a:ext cx="451336" cy="264225"/>
      </dsp:txXfrm>
    </dsp:sp>
    <dsp:sp modelId="{D954CEDB-930B-4B9E-8EDC-D8343349552A}">
      <dsp:nvSpPr>
        <dsp:cNvPr id="0" name=""/>
        <dsp:cNvSpPr/>
      </dsp:nvSpPr>
      <dsp:spPr>
        <a:xfrm rot="5400000">
          <a:off x="1495643" y="542930"/>
          <a:ext cx="99168" cy="1160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 rot="-5400000">
        <a:off x="1510425" y="551350"/>
        <a:ext cx="69604" cy="69418"/>
      </dsp:txXfrm>
    </dsp:sp>
    <dsp:sp modelId="{8FCF5025-EC86-44AB-A082-DC7AB982E7B4}">
      <dsp:nvSpPr>
        <dsp:cNvPr id="0" name=""/>
        <dsp:cNvSpPr/>
      </dsp:nvSpPr>
      <dsp:spPr>
        <a:xfrm>
          <a:off x="1311339" y="697296"/>
          <a:ext cx="467776" cy="2806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Advocacy and screening</a:t>
          </a:r>
        </a:p>
      </dsp:txBody>
      <dsp:txXfrm>
        <a:off x="1319559" y="705516"/>
        <a:ext cx="451336" cy="264225"/>
      </dsp:txXfrm>
    </dsp:sp>
    <dsp:sp modelId="{FF76687D-C3F5-4B48-BBE8-1167C720638B}">
      <dsp:nvSpPr>
        <dsp:cNvPr id="0" name=""/>
        <dsp:cNvSpPr/>
      </dsp:nvSpPr>
      <dsp:spPr>
        <a:xfrm rot="10800000">
          <a:off x="1171006" y="779625"/>
          <a:ext cx="99168" cy="1160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 rot="10800000">
        <a:off x="1200756" y="802827"/>
        <a:ext cx="69418" cy="69604"/>
      </dsp:txXfrm>
    </dsp:sp>
    <dsp:sp modelId="{1265410D-0517-4049-A201-42B9ADBD67CA}">
      <dsp:nvSpPr>
        <dsp:cNvPr id="0" name=""/>
        <dsp:cNvSpPr/>
      </dsp:nvSpPr>
      <dsp:spPr>
        <a:xfrm>
          <a:off x="656452" y="697296"/>
          <a:ext cx="467776" cy="2806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Analyze feasibility, desirability, viability</a:t>
          </a:r>
        </a:p>
      </dsp:txBody>
      <dsp:txXfrm>
        <a:off x="664672" y="705516"/>
        <a:ext cx="451336" cy="264225"/>
      </dsp:txXfrm>
    </dsp:sp>
    <dsp:sp modelId="{A7102E4E-09C4-4A07-8AD9-E55092DFA18C}">
      <dsp:nvSpPr>
        <dsp:cNvPr id="0" name=""/>
        <dsp:cNvSpPr/>
      </dsp:nvSpPr>
      <dsp:spPr>
        <a:xfrm rot="10800000">
          <a:off x="516119" y="779625"/>
          <a:ext cx="99168" cy="11600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77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400" kern="1200"/>
        </a:p>
      </dsp:txBody>
      <dsp:txXfrm rot="10800000">
        <a:off x="545869" y="802827"/>
        <a:ext cx="69418" cy="69604"/>
      </dsp:txXfrm>
    </dsp:sp>
    <dsp:sp modelId="{03A8C0F6-41D2-4214-9E39-E243F43214B9}">
      <dsp:nvSpPr>
        <dsp:cNvPr id="0" name=""/>
        <dsp:cNvSpPr/>
      </dsp:nvSpPr>
      <dsp:spPr>
        <a:xfrm>
          <a:off x="1565" y="697296"/>
          <a:ext cx="467776" cy="28066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64000"/>
                <a:lumMod val="11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92000"/>
                <a:alpha val="100000"/>
                <a:lumMod val="11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9050" tIns="19050" rIns="19050" bIns="19050" numCol="1" spcCol="1270" anchor="t" anchorCtr="0">
          <a:noAutofit/>
        </a:bodyPr>
        <a:lstStyle/>
        <a:p>
          <a:pPr marL="0" lvl="0" indent="0" algn="l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kern="1200" dirty="0"/>
            <a:t>Step6</a:t>
          </a:r>
        </a:p>
        <a:p>
          <a:pPr marL="57150" lvl="1" indent="-57150" algn="l" defTabSz="177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400" kern="1200" dirty="0"/>
            <a:t>Create project vignette</a:t>
          </a:r>
        </a:p>
      </dsp:txBody>
      <dsp:txXfrm>
        <a:off x="9785" y="705516"/>
        <a:ext cx="451336" cy="26422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0E235D-90C2-43F1-9E01-BAB438C123EA}">
      <dsp:nvSpPr>
        <dsp:cNvPr id="0" name=""/>
        <dsp:cNvSpPr/>
      </dsp:nvSpPr>
      <dsp:spPr>
        <a:xfrm rot="5400000">
          <a:off x="-74751" y="75069"/>
          <a:ext cx="498343" cy="34884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Plan</a:t>
          </a:r>
        </a:p>
      </dsp:txBody>
      <dsp:txXfrm rot="-5400000">
        <a:off x="1" y="174737"/>
        <a:ext cx="348840" cy="149503"/>
      </dsp:txXfrm>
    </dsp:sp>
    <dsp:sp modelId="{2243342F-2664-4D21-9D48-25679E9D09E0}">
      <dsp:nvSpPr>
        <dsp:cNvPr id="0" name=""/>
        <dsp:cNvSpPr/>
      </dsp:nvSpPr>
      <dsp:spPr>
        <a:xfrm rot="5400000">
          <a:off x="749465" y="-400306"/>
          <a:ext cx="323922" cy="11251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175" rIns="3175" bIns="317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Inform Customer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Align Delivery conditions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Develop delivery strategy</a:t>
          </a:r>
        </a:p>
      </dsp:txBody>
      <dsp:txXfrm rot="-5400000">
        <a:off x="348841" y="16131"/>
        <a:ext cx="1109359" cy="292296"/>
      </dsp:txXfrm>
    </dsp:sp>
    <dsp:sp modelId="{DF769CB1-2518-4E07-AB27-D1B59C68730F}">
      <dsp:nvSpPr>
        <dsp:cNvPr id="0" name=""/>
        <dsp:cNvSpPr/>
      </dsp:nvSpPr>
      <dsp:spPr>
        <a:xfrm rot="5400000">
          <a:off x="-74751" y="523578"/>
          <a:ext cx="498343" cy="34884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Do</a:t>
          </a:r>
        </a:p>
      </dsp:txBody>
      <dsp:txXfrm rot="-5400000">
        <a:off x="1" y="623246"/>
        <a:ext cx="348840" cy="149503"/>
      </dsp:txXfrm>
    </dsp:sp>
    <dsp:sp modelId="{4B2A9DB4-79D1-4E30-93C3-4E26F5F2EEBC}">
      <dsp:nvSpPr>
        <dsp:cNvPr id="0" name=""/>
        <dsp:cNvSpPr/>
      </dsp:nvSpPr>
      <dsp:spPr>
        <a:xfrm rot="5400000">
          <a:off x="749465" y="48202"/>
          <a:ext cx="323922" cy="11251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175" rIns="3175" bIns="317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Perform or roll out  delivery strategy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Advise people / user / Customer</a:t>
          </a:r>
        </a:p>
      </dsp:txBody>
      <dsp:txXfrm rot="-5400000">
        <a:off x="348841" y="464640"/>
        <a:ext cx="1109359" cy="292296"/>
      </dsp:txXfrm>
    </dsp:sp>
    <dsp:sp modelId="{1D682A6F-DCF4-4769-9C6C-0BE0C246425D}">
      <dsp:nvSpPr>
        <dsp:cNvPr id="0" name=""/>
        <dsp:cNvSpPr/>
      </dsp:nvSpPr>
      <dsp:spPr>
        <a:xfrm rot="5400000">
          <a:off x="-74751" y="972087"/>
          <a:ext cx="498343" cy="34884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Check</a:t>
          </a:r>
        </a:p>
      </dsp:txBody>
      <dsp:txXfrm rot="-5400000">
        <a:off x="1" y="1071755"/>
        <a:ext cx="348840" cy="149503"/>
      </dsp:txXfrm>
    </dsp:sp>
    <dsp:sp modelId="{7E8CE5AD-62C6-48FE-8799-5481F9A01DC6}">
      <dsp:nvSpPr>
        <dsp:cNvPr id="0" name=""/>
        <dsp:cNvSpPr/>
      </dsp:nvSpPr>
      <dsp:spPr>
        <a:xfrm rot="5400000">
          <a:off x="749465" y="496710"/>
          <a:ext cx="323922" cy="11251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175" rIns="3175" bIns="317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Check performance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Stress test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Identify gaps</a:t>
          </a:r>
        </a:p>
      </dsp:txBody>
      <dsp:txXfrm rot="-5400000">
        <a:off x="348841" y="913148"/>
        <a:ext cx="1109359" cy="292296"/>
      </dsp:txXfrm>
    </dsp:sp>
    <dsp:sp modelId="{EDA2801D-5C45-43A8-9276-9E33C41E9236}">
      <dsp:nvSpPr>
        <dsp:cNvPr id="0" name=""/>
        <dsp:cNvSpPr/>
      </dsp:nvSpPr>
      <dsp:spPr>
        <a:xfrm rot="5400000">
          <a:off x="-74751" y="1420596"/>
          <a:ext cx="498343" cy="34884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80" tIns="5080" rIns="5080" bIns="5080" numCol="1" spcCol="1270" anchor="ctr" anchorCtr="0">
          <a:noAutofit/>
        </a:bodyPr>
        <a:lstStyle/>
        <a:p>
          <a:pPr marL="0" lvl="0" indent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/>
            <a:t>Act</a:t>
          </a:r>
        </a:p>
      </dsp:txBody>
      <dsp:txXfrm rot="-5400000">
        <a:off x="1" y="1520264"/>
        <a:ext cx="348840" cy="149503"/>
      </dsp:txXfrm>
    </dsp:sp>
    <dsp:sp modelId="{A5C5722B-4D45-420B-A359-78043C459BEC}">
      <dsp:nvSpPr>
        <dsp:cNvPr id="0" name=""/>
        <dsp:cNvSpPr/>
      </dsp:nvSpPr>
      <dsp:spPr>
        <a:xfrm rot="5400000">
          <a:off x="749465" y="945219"/>
          <a:ext cx="323922" cy="112517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175" rIns="3175" bIns="3175" numCol="1" spcCol="1270" anchor="ctr" anchorCtr="0">
          <a:noAutofit/>
        </a:bodyPr>
        <a:lstStyle/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Improve gaps</a:t>
          </a:r>
        </a:p>
        <a:p>
          <a:pPr marL="57150" lvl="1" indent="-57150" algn="l" defTabSz="222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500" kern="1200" dirty="0"/>
            <a:t>Replan next update and delivery with Customer</a:t>
          </a:r>
        </a:p>
      </dsp:txBody>
      <dsp:txXfrm rot="-5400000">
        <a:off x="348841" y="1361657"/>
        <a:ext cx="1109359" cy="29229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81B17F-3C0D-45A5-ACBF-A07799AFBD9E}">
      <dsp:nvSpPr>
        <dsp:cNvPr id="0" name=""/>
        <dsp:cNvSpPr/>
      </dsp:nvSpPr>
      <dsp:spPr>
        <a:xfrm>
          <a:off x="3535" y="0"/>
          <a:ext cx="3401427" cy="43390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General Manager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( Steve Kenfack)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Finance &amp; Controlling, IT, HR</a:t>
          </a:r>
        </a:p>
      </dsp:txBody>
      <dsp:txXfrm>
        <a:off x="3535" y="0"/>
        <a:ext cx="3401427" cy="1301726"/>
      </dsp:txXfrm>
    </dsp:sp>
    <dsp:sp modelId="{71CB55DA-3056-44D8-8E5C-CBAF06DB4D0D}">
      <dsp:nvSpPr>
        <dsp:cNvPr id="0" name=""/>
        <dsp:cNvSpPr/>
      </dsp:nvSpPr>
      <dsp:spPr>
        <a:xfrm>
          <a:off x="343678" y="1301937"/>
          <a:ext cx="2721141" cy="4165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Acquisition manager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(Steve Kenfack)</a:t>
          </a:r>
        </a:p>
      </dsp:txBody>
      <dsp:txXfrm>
        <a:off x="355879" y="1314138"/>
        <a:ext cx="2696739" cy="392186"/>
      </dsp:txXfrm>
    </dsp:sp>
    <dsp:sp modelId="{A7877FD8-4B03-4C8F-A5C6-5CE555A4BBB3}">
      <dsp:nvSpPr>
        <dsp:cNvPr id="0" name=""/>
        <dsp:cNvSpPr/>
      </dsp:nvSpPr>
      <dsp:spPr>
        <a:xfrm>
          <a:off x="343678" y="1782616"/>
          <a:ext cx="2721141" cy="416588"/>
        </a:xfrm>
        <a:prstGeom prst="roundRect">
          <a:avLst>
            <a:gd name="adj" fmla="val 10000"/>
          </a:avLst>
        </a:prstGeom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entury Gothic" panose="020B0502020202020204"/>
              <a:ea typeface="+mn-ea"/>
              <a:cs typeface="+mn-cs"/>
            </a:rPr>
            <a:t>Product maintenance manager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  <a:latin typeface="Century Gothic" panose="020B0502020202020204"/>
              <a:ea typeface="+mn-ea"/>
              <a:cs typeface="+mn-cs"/>
            </a:rPr>
            <a:t>(NN. )</a:t>
          </a:r>
        </a:p>
      </dsp:txBody>
      <dsp:txXfrm>
        <a:off x="355879" y="1794817"/>
        <a:ext cx="2696739" cy="392186"/>
      </dsp:txXfrm>
    </dsp:sp>
    <dsp:sp modelId="{7EE6E618-48FB-42F3-B421-D9462A3B75A1}">
      <dsp:nvSpPr>
        <dsp:cNvPr id="0" name=""/>
        <dsp:cNvSpPr/>
      </dsp:nvSpPr>
      <dsp:spPr>
        <a:xfrm>
          <a:off x="343678" y="2263295"/>
          <a:ext cx="2721141" cy="4165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IT and license manager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(Bydias Zambou)</a:t>
          </a:r>
        </a:p>
      </dsp:txBody>
      <dsp:txXfrm>
        <a:off x="355879" y="2275496"/>
        <a:ext cx="2696739" cy="392186"/>
      </dsp:txXfrm>
    </dsp:sp>
    <dsp:sp modelId="{AC8194D1-4531-4D48-9462-DBF976EE55D4}">
      <dsp:nvSpPr>
        <dsp:cNvPr id="0" name=""/>
        <dsp:cNvSpPr/>
      </dsp:nvSpPr>
      <dsp:spPr>
        <a:xfrm>
          <a:off x="343678" y="2743974"/>
          <a:ext cx="2721141" cy="4165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Purchasing and inventorying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 Aicha Gaelle Zambou)</a:t>
          </a:r>
        </a:p>
      </dsp:txBody>
      <dsp:txXfrm>
        <a:off x="355879" y="2756175"/>
        <a:ext cx="2696739" cy="392186"/>
      </dsp:txXfrm>
    </dsp:sp>
    <dsp:sp modelId="{A8B50004-CAF4-455C-B297-D03DDF402C9C}">
      <dsp:nvSpPr>
        <dsp:cNvPr id="0" name=""/>
        <dsp:cNvSpPr/>
      </dsp:nvSpPr>
      <dsp:spPr>
        <a:xfrm>
          <a:off x="343678" y="3224653"/>
          <a:ext cx="2721141" cy="4165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Chief Finance and controlling officer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 Steve Kenfack) </a:t>
          </a:r>
        </a:p>
      </dsp:txBody>
      <dsp:txXfrm>
        <a:off x="355879" y="3236854"/>
        <a:ext cx="2696739" cy="392186"/>
      </dsp:txXfrm>
    </dsp:sp>
    <dsp:sp modelId="{FF1AC932-480E-4460-8FCB-9BAA465E54BE}">
      <dsp:nvSpPr>
        <dsp:cNvPr id="0" name=""/>
        <dsp:cNvSpPr/>
      </dsp:nvSpPr>
      <dsp:spPr>
        <a:xfrm>
          <a:off x="343678" y="3705332"/>
          <a:ext cx="2721141" cy="416588"/>
        </a:xfrm>
        <a:prstGeom prst="roundRect">
          <a:avLst>
            <a:gd name="adj" fmla="val 10000"/>
          </a:avLst>
        </a:prstGeom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prstClr val="white"/>
              </a:solidFill>
              <a:latin typeface="Century Gothic" panose="020B0502020202020204"/>
              <a:ea typeface="+mn-ea"/>
              <a:cs typeface="+mn-cs"/>
            </a:rPr>
            <a:t>Human resources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  <a:latin typeface="Century Gothic" panose="020B0502020202020204"/>
              <a:ea typeface="+mn-ea"/>
              <a:cs typeface="+mn-cs"/>
            </a:rPr>
            <a:t>(Steve Kenfack)</a:t>
          </a:r>
        </a:p>
      </dsp:txBody>
      <dsp:txXfrm>
        <a:off x="355879" y="3717533"/>
        <a:ext cx="2696739" cy="392186"/>
      </dsp:txXfrm>
    </dsp:sp>
    <dsp:sp modelId="{D109F7FE-D565-4C93-992E-DC934331EA79}">
      <dsp:nvSpPr>
        <dsp:cNvPr id="0" name=""/>
        <dsp:cNvSpPr/>
      </dsp:nvSpPr>
      <dsp:spPr>
        <a:xfrm>
          <a:off x="3660070" y="0"/>
          <a:ext cx="3401427" cy="43390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General Manager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( Bertrand Zambou)</a:t>
          </a:r>
        </a:p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 err="1"/>
            <a:t>Prj</a:t>
          </a:r>
          <a:r>
            <a:rPr lang="en-US" sz="1700" b="0" kern="1200" dirty="0"/>
            <a:t>-/prod mgmt., Governance, Corp. I</a:t>
          </a:r>
        </a:p>
      </dsp:txBody>
      <dsp:txXfrm>
        <a:off x="3660070" y="0"/>
        <a:ext cx="3401427" cy="1301726"/>
      </dsp:txXfrm>
    </dsp:sp>
    <dsp:sp modelId="{D375FFC8-6273-4D35-BBDC-64179F5AC723}">
      <dsp:nvSpPr>
        <dsp:cNvPr id="0" name=""/>
        <dsp:cNvSpPr/>
      </dsp:nvSpPr>
      <dsp:spPr>
        <a:xfrm>
          <a:off x="4000212" y="1302547"/>
          <a:ext cx="2721141" cy="5019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 Project and Product development manager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 </a:t>
          </a:r>
          <a:r>
            <a:rPr lang="en-US" sz="900" b="1" kern="1200" dirty="0" err="1">
              <a:solidFill>
                <a:schemeClr val="tx1"/>
              </a:solidFill>
            </a:rPr>
            <a:t>Rochinel</a:t>
          </a:r>
          <a:r>
            <a:rPr lang="en-US" sz="900" b="1" kern="1200" dirty="0">
              <a:solidFill>
                <a:schemeClr val="tx1"/>
              </a:solidFill>
            </a:rPr>
            <a:t> </a:t>
          </a:r>
          <a:r>
            <a:rPr lang="en-US" sz="900" b="1" kern="1200" dirty="0" err="1">
              <a:solidFill>
                <a:schemeClr val="tx1"/>
              </a:solidFill>
            </a:rPr>
            <a:t>Feujio</a:t>
          </a:r>
          <a:r>
            <a:rPr lang="en-US" sz="900" b="1" kern="1200" dirty="0">
              <a:solidFill>
                <a:schemeClr val="tx1"/>
              </a:solidFill>
            </a:rPr>
            <a:t>)</a:t>
          </a:r>
        </a:p>
      </dsp:txBody>
      <dsp:txXfrm>
        <a:off x="4014914" y="1317249"/>
        <a:ext cx="2691737" cy="472567"/>
      </dsp:txXfrm>
    </dsp:sp>
    <dsp:sp modelId="{CBB9644E-62C1-4664-9EA5-207E1750345C}">
      <dsp:nvSpPr>
        <dsp:cNvPr id="0" name=""/>
        <dsp:cNvSpPr/>
      </dsp:nvSpPr>
      <dsp:spPr>
        <a:xfrm>
          <a:off x="4000212" y="1881745"/>
          <a:ext cx="2721141" cy="501971"/>
        </a:xfrm>
        <a:prstGeom prst="roundRect">
          <a:avLst>
            <a:gd name="adj" fmla="val 10000"/>
          </a:avLst>
        </a:prstGeom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entury Gothic" panose="020B0502020202020204"/>
              <a:ea typeface="+mn-ea"/>
              <a:cs typeface="+mn-cs"/>
            </a:rPr>
            <a:t>Prototyping/ reverse Eng. Manager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  <a:latin typeface="Century Gothic" panose="020B0502020202020204"/>
              <a:ea typeface="+mn-ea"/>
              <a:cs typeface="+mn-cs"/>
            </a:rPr>
            <a:t>( Dylan xx )</a:t>
          </a:r>
        </a:p>
      </dsp:txBody>
      <dsp:txXfrm>
        <a:off x="4014914" y="1896447"/>
        <a:ext cx="2691737" cy="472567"/>
      </dsp:txXfrm>
    </dsp:sp>
    <dsp:sp modelId="{4EE23F16-0D6F-4C09-A1D4-E67017E5A1E3}">
      <dsp:nvSpPr>
        <dsp:cNvPr id="0" name=""/>
        <dsp:cNvSpPr/>
      </dsp:nvSpPr>
      <dsp:spPr>
        <a:xfrm>
          <a:off x="4000212" y="2460943"/>
          <a:ext cx="2721141" cy="5019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Innovation manager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(Dylan xx)</a:t>
          </a:r>
        </a:p>
      </dsp:txBody>
      <dsp:txXfrm>
        <a:off x="4014914" y="2475645"/>
        <a:ext cx="2691737" cy="472567"/>
      </dsp:txXfrm>
    </dsp:sp>
    <dsp:sp modelId="{0A36F109-F3B6-4588-9D0E-FF2C5ECBFE00}">
      <dsp:nvSpPr>
        <dsp:cNvPr id="0" name=""/>
        <dsp:cNvSpPr/>
      </dsp:nvSpPr>
      <dsp:spPr>
        <a:xfrm>
          <a:off x="4000212" y="3040141"/>
          <a:ext cx="2721141" cy="5019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Marketing manager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(Bertrand Zambou)</a:t>
          </a:r>
        </a:p>
      </dsp:txBody>
      <dsp:txXfrm>
        <a:off x="4014914" y="3054843"/>
        <a:ext cx="2691737" cy="472567"/>
      </dsp:txXfrm>
    </dsp:sp>
    <dsp:sp modelId="{E642B5D4-CADF-429E-A9C0-187578C69586}">
      <dsp:nvSpPr>
        <dsp:cNvPr id="0" name=""/>
        <dsp:cNvSpPr/>
      </dsp:nvSpPr>
      <dsp:spPr>
        <a:xfrm>
          <a:off x="4017029" y="3627966"/>
          <a:ext cx="2721141" cy="5019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Enterprise Architect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 Bertrand Zambou)</a:t>
          </a:r>
        </a:p>
      </dsp:txBody>
      <dsp:txXfrm>
        <a:off x="4031731" y="3642668"/>
        <a:ext cx="2691737" cy="47256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81B17F-3C0D-45A5-ACBF-A07799AFBD9E}">
      <dsp:nvSpPr>
        <dsp:cNvPr id="0" name=""/>
        <dsp:cNvSpPr/>
      </dsp:nvSpPr>
      <dsp:spPr>
        <a:xfrm>
          <a:off x="247350" y="0"/>
          <a:ext cx="3401427" cy="43390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General Manager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( Steve Kenfack)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Finance &amp; Controlling, IT, HR</a:t>
          </a:r>
        </a:p>
      </dsp:txBody>
      <dsp:txXfrm>
        <a:off x="247350" y="0"/>
        <a:ext cx="3401427" cy="1301726"/>
      </dsp:txXfrm>
    </dsp:sp>
    <dsp:sp modelId="{71CB55DA-3056-44D8-8E5C-CBAF06DB4D0D}">
      <dsp:nvSpPr>
        <dsp:cNvPr id="0" name=""/>
        <dsp:cNvSpPr/>
      </dsp:nvSpPr>
      <dsp:spPr>
        <a:xfrm>
          <a:off x="343678" y="1301937"/>
          <a:ext cx="2721141" cy="4165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Acquisition manager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(Steve Kenfack)</a:t>
          </a:r>
        </a:p>
      </dsp:txBody>
      <dsp:txXfrm>
        <a:off x="355879" y="1314138"/>
        <a:ext cx="2696739" cy="392186"/>
      </dsp:txXfrm>
    </dsp:sp>
    <dsp:sp modelId="{A7877FD8-4B03-4C8F-A5C6-5CE555A4BBB3}">
      <dsp:nvSpPr>
        <dsp:cNvPr id="0" name=""/>
        <dsp:cNvSpPr/>
      </dsp:nvSpPr>
      <dsp:spPr>
        <a:xfrm>
          <a:off x="343678" y="1782616"/>
          <a:ext cx="2721141" cy="416588"/>
        </a:xfrm>
        <a:prstGeom prst="roundRect">
          <a:avLst>
            <a:gd name="adj" fmla="val 10000"/>
          </a:avLst>
        </a:prstGeom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entury Gothic" panose="020B0502020202020204"/>
              <a:ea typeface="+mn-ea"/>
              <a:cs typeface="+mn-cs"/>
            </a:rPr>
            <a:t>Product maintenance manager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  <a:latin typeface="Century Gothic" panose="020B0502020202020204"/>
              <a:ea typeface="+mn-ea"/>
              <a:cs typeface="+mn-cs"/>
            </a:rPr>
            <a:t>(NN. )</a:t>
          </a:r>
        </a:p>
      </dsp:txBody>
      <dsp:txXfrm>
        <a:off x="355879" y="1794817"/>
        <a:ext cx="2696739" cy="392186"/>
      </dsp:txXfrm>
    </dsp:sp>
    <dsp:sp modelId="{7EE6E618-48FB-42F3-B421-D9462A3B75A1}">
      <dsp:nvSpPr>
        <dsp:cNvPr id="0" name=""/>
        <dsp:cNvSpPr/>
      </dsp:nvSpPr>
      <dsp:spPr>
        <a:xfrm>
          <a:off x="343678" y="2263295"/>
          <a:ext cx="2721141" cy="4165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IT and license manager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(Bydias Zambou)</a:t>
          </a:r>
        </a:p>
      </dsp:txBody>
      <dsp:txXfrm>
        <a:off x="355879" y="2275496"/>
        <a:ext cx="2696739" cy="392186"/>
      </dsp:txXfrm>
    </dsp:sp>
    <dsp:sp modelId="{AC8194D1-4531-4D48-9462-DBF976EE55D4}">
      <dsp:nvSpPr>
        <dsp:cNvPr id="0" name=""/>
        <dsp:cNvSpPr/>
      </dsp:nvSpPr>
      <dsp:spPr>
        <a:xfrm>
          <a:off x="343678" y="2743974"/>
          <a:ext cx="2721141" cy="4165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Purchasing and inventorying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 Aicha Gaelle Zambou)</a:t>
          </a:r>
        </a:p>
      </dsp:txBody>
      <dsp:txXfrm>
        <a:off x="355879" y="2756175"/>
        <a:ext cx="2696739" cy="392186"/>
      </dsp:txXfrm>
    </dsp:sp>
    <dsp:sp modelId="{A8B50004-CAF4-455C-B297-D03DDF402C9C}">
      <dsp:nvSpPr>
        <dsp:cNvPr id="0" name=""/>
        <dsp:cNvSpPr/>
      </dsp:nvSpPr>
      <dsp:spPr>
        <a:xfrm>
          <a:off x="343678" y="3224653"/>
          <a:ext cx="2721141" cy="41658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Chief Finance and controlling officer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 Steve Kenfack) </a:t>
          </a:r>
        </a:p>
      </dsp:txBody>
      <dsp:txXfrm>
        <a:off x="355879" y="3236854"/>
        <a:ext cx="2696739" cy="392186"/>
      </dsp:txXfrm>
    </dsp:sp>
    <dsp:sp modelId="{FF1AC932-480E-4460-8FCB-9BAA465E54BE}">
      <dsp:nvSpPr>
        <dsp:cNvPr id="0" name=""/>
        <dsp:cNvSpPr/>
      </dsp:nvSpPr>
      <dsp:spPr>
        <a:xfrm>
          <a:off x="343678" y="3705332"/>
          <a:ext cx="2721141" cy="416588"/>
        </a:xfrm>
        <a:prstGeom prst="roundRect">
          <a:avLst>
            <a:gd name="adj" fmla="val 10000"/>
          </a:avLst>
        </a:prstGeom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solidFill>
                <a:prstClr val="white"/>
              </a:solidFill>
              <a:latin typeface="Century Gothic" panose="020B0502020202020204"/>
              <a:ea typeface="+mn-ea"/>
              <a:cs typeface="+mn-cs"/>
            </a:rPr>
            <a:t>Human resources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>
              <a:solidFill>
                <a:schemeClr val="tx1"/>
              </a:solidFill>
              <a:latin typeface="Century Gothic" panose="020B0502020202020204"/>
              <a:ea typeface="+mn-ea"/>
              <a:cs typeface="+mn-cs"/>
            </a:rPr>
            <a:t>(Steve Kenfack)</a:t>
          </a:r>
        </a:p>
      </dsp:txBody>
      <dsp:txXfrm>
        <a:off x="355879" y="3717533"/>
        <a:ext cx="2696739" cy="392186"/>
      </dsp:txXfrm>
    </dsp:sp>
    <dsp:sp modelId="{D109F7FE-D565-4C93-992E-DC934331EA79}">
      <dsp:nvSpPr>
        <dsp:cNvPr id="0" name=""/>
        <dsp:cNvSpPr/>
      </dsp:nvSpPr>
      <dsp:spPr>
        <a:xfrm>
          <a:off x="3660070" y="0"/>
          <a:ext cx="3401427" cy="433908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General Manager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( Bertrand Zambou)</a:t>
          </a:r>
        </a:p>
        <a:p>
          <a:pPr marL="0" lvl="0" indent="0" algn="just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 dirty="0" err="1"/>
            <a:t>Prj</a:t>
          </a:r>
          <a:r>
            <a:rPr lang="en-US" sz="1700" b="0" kern="1200" dirty="0"/>
            <a:t>-/prod mgmt., Governance, Corp. I</a:t>
          </a:r>
        </a:p>
      </dsp:txBody>
      <dsp:txXfrm>
        <a:off x="3660070" y="0"/>
        <a:ext cx="3401427" cy="1301726"/>
      </dsp:txXfrm>
    </dsp:sp>
    <dsp:sp modelId="{D375FFC8-6273-4D35-BBDC-64179F5AC723}">
      <dsp:nvSpPr>
        <dsp:cNvPr id="0" name=""/>
        <dsp:cNvSpPr/>
      </dsp:nvSpPr>
      <dsp:spPr>
        <a:xfrm>
          <a:off x="4000212" y="1302547"/>
          <a:ext cx="2721141" cy="5019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 Project and Product development manager 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 </a:t>
          </a:r>
          <a:r>
            <a:rPr lang="en-US" sz="900" b="1" kern="1200" dirty="0" err="1">
              <a:solidFill>
                <a:schemeClr val="tx1"/>
              </a:solidFill>
            </a:rPr>
            <a:t>Rochinel</a:t>
          </a:r>
          <a:r>
            <a:rPr lang="en-US" sz="900" b="1" kern="1200" dirty="0">
              <a:solidFill>
                <a:schemeClr val="tx1"/>
              </a:solidFill>
            </a:rPr>
            <a:t> </a:t>
          </a:r>
          <a:r>
            <a:rPr lang="en-US" sz="900" b="1" kern="1200" dirty="0" err="1">
              <a:solidFill>
                <a:schemeClr val="tx1"/>
              </a:solidFill>
            </a:rPr>
            <a:t>Feujio</a:t>
          </a:r>
          <a:r>
            <a:rPr lang="en-US" sz="900" b="1" kern="1200" dirty="0">
              <a:solidFill>
                <a:schemeClr val="tx1"/>
              </a:solidFill>
            </a:rPr>
            <a:t>)</a:t>
          </a:r>
        </a:p>
      </dsp:txBody>
      <dsp:txXfrm>
        <a:off x="4014914" y="1317249"/>
        <a:ext cx="2691737" cy="472567"/>
      </dsp:txXfrm>
    </dsp:sp>
    <dsp:sp modelId="{CBB9644E-62C1-4664-9EA5-207E1750345C}">
      <dsp:nvSpPr>
        <dsp:cNvPr id="0" name=""/>
        <dsp:cNvSpPr/>
      </dsp:nvSpPr>
      <dsp:spPr>
        <a:xfrm>
          <a:off x="4000212" y="1881745"/>
          <a:ext cx="2721141" cy="501971"/>
        </a:xfrm>
        <a:prstGeom prst="roundRect">
          <a:avLst>
            <a:gd name="adj" fmla="val 10000"/>
          </a:avLst>
        </a:prstGeom>
        <a:solidFill>
          <a:srgbClr val="ACD433">
            <a:hueOff val="0"/>
            <a:satOff val="0"/>
            <a:lumOff val="0"/>
            <a:alphaOff val="0"/>
          </a:srgbClr>
        </a:solidFill>
        <a:ln w="19050" cap="rnd" cmpd="sng" algn="ctr">
          <a:solidFill>
            <a:prstClr val="white">
              <a:hueOff val="0"/>
              <a:satOff val="0"/>
              <a:lumOff val="0"/>
              <a:alphaOff val="0"/>
            </a:prst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>
              <a:solidFill>
                <a:prstClr val="white"/>
              </a:solidFill>
              <a:latin typeface="Century Gothic" panose="020B0502020202020204"/>
              <a:ea typeface="+mn-ea"/>
              <a:cs typeface="+mn-cs"/>
            </a:rPr>
            <a:t>Prototyping/ reverse Eng. Manager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  <a:latin typeface="Century Gothic" panose="020B0502020202020204"/>
              <a:ea typeface="+mn-ea"/>
              <a:cs typeface="+mn-cs"/>
            </a:rPr>
            <a:t>( Dylan xx )</a:t>
          </a:r>
        </a:p>
      </dsp:txBody>
      <dsp:txXfrm>
        <a:off x="4014914" y="1896447"/>
        <a:ext cx="2691737" cy="472567"/>
      </dsp:txXfrm>
    </dsp:sp>
    <dsp:sp modelId="{4EE23F16-0D6F-4C09-A1D4-E67017E5A1E3}">
      <dsp:nvSpPr>
        <dsp:cNvPr id="0" name=""/>
        <dsp:cNvSpPr/>
      </dsp:nvSpPr>
      <dsp:spPr>
        <a:xfrm>
          <a:off x="4000212" y="2460943"/>
          <a:ext cx="2721141" cy="5019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Innovation manager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(Dylan xx)</a:t>
          </a:r>
        </a:p>
      </dsp:txBody>
      <dsp:txXfrm>
        <a:off x="4014914" y="2475645"/>
        <a:ext cx="2691737" cy="472567"/>
      </dsp:txXfrm>
    </dsp:sp>
    <dsp:sp modelId="{0A36F109-F3B6-4588-9D0E-FF2C5ECBFE00}">
      <dsp:nvSpPr>
        <dsp:cNvPr id="0" name=""/>
        <dsp:cNvSpPr/>
      </dsp:nvSpPr>
      <dsp:spPr>
        <a:xfrm>
          <a:off x="4000212" y="3040141"/>
          <a:ext cx="2721141" cy="5019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Marketing manager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(Bertrand Zambou)</a:t>
          </a:r>
        </a:p>
      </dsp:txBody>
      <dsp:txXfrm>
        <a:off x="4014914" y="3054843"/>
        <a:ext cx="2691737" cy="472567"/>
      </dsp:txXfrm>
    </dsp:sp>
    <dsp:sp modelId="{E642B5D4-CADF-429E-A9C0-187578C69586}">
      <dsp:nvSpPr>
        <dsp:cNvPr id="0" name=""/>
        <dsp:cNvSpPr/>
      </dsp:nvSpPr>
      <dsp:spPr>
        <a:xfrm>
          <a:off x="4017029" y="3627966"/>
          <a:ext cx="2721141" cy="5019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7145" rIns="22860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 dirty="0"/>
            <a:t>Enterprise Architect</a:t>
          </a:r>
        </a:p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b="1" kern="1200" dirty="0">
              <a:solidFill>
                <a:schemeClr val="tx1"/>
              </a:solidFill>
            </a:rPr>
            <a:t>( Bertrand Zambou)</a:t>
          </a:r>
        </a:p>
      </dsp:txBody>
      <dsp:txXfrm>
        <a:off x="4031731" y="3642668"/>
        <a:ext cx="2691737" cy="47256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50EC5B-474E-4282-A4AB-90BCB543088E}">
      <dsp:nvSpPr>
        <dsp:cNvPr id="0" name=""/>
        <dsp:cNvSpPr/>
      </dsp:nvSpPr>
      <dsp:spPr>
        <a:xfrm>
          <a:off x="-5385297" y="-839733"/>
          <a:ext cx="6530245" cy="6530245"/>
        </a:xfrm>
        <a:prstGeom prst="blockArc">
          <a:avLst>
            <a:gd name="adj1" fmla="val 18900000"/>
            <a:gd name="adj2" fmla="val 2700000"/>
            <a:gd name="adj3" fmla="val 331"/>
          </a:avLst>
        </a:pr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7A96FE-870E-4D04-8846-AB99C08099C0}">
      <dsp:nvSpPr>
        <dsp:cNvPr id="0" name=""/>
        <dsp:cNvSpPr/>
      </dsp:nvSpPr>
      <dsp:spPr>
        <a:xfrm>
          <a:off x="830441" y="297310"/>
          <a:ext cx="3158575" cy="93899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2331" tIns="20320" rIns="20320" bIns="2032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</a:rPr>
            <a:t>Task: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solidFill>
                <a:schemeClr val="tx1"/>
              </a:solidFill>
            </a:rPr>
            <a:t>Conduct acquisition projects to find business contracts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solidFill>
                <a:schemeClr val="tx1"/>
              </a:solidFill>
            </a:rPr>
            <a:t>Build the bridge between Customers and Technical organization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solidFill>
                <a:schemeClr val="tx1"/>
              </a:solidFill>
            </a:rPr>
            <a:t>Perform Market analysis 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solidFill>
                <a:schemeClr val="tx1"/>
              </a:solidFill>
            </a:rPr>
            <a:t> Perform continuous improvement on acquisition processes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solidFill>
                <a:schemeClr val="tx1"/>
              </a:solidFill>
            </a:rPr>
            <a:t>Identify trends and needs for business growth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600" kern="1200" dirty="0">
            <a:solidFill>
              <a:schemeClr val="tx1"/>
            </a:solidFill>
          </a:endParaRPr>
        </a:p>
      </dsp:txBody>
      <dsp:txXfrm>
        <a:off x="830441" y="297310"/>
        <a:ext cx="3158575" cy="938998"/>
      </dsp:txXfrm>
    </dsp:sp>
    <dsp:sp modelId="{59978A2E-612E-4395-8308-2372DE6C0E19}">
      <dsp:nvSpPr>
        <dsp:cNvPr id="0" name=""/>
        <dsp:cNvSpPr/>
      </dsp:nvSpPr>
      <dsp:spPr>
        <a:xfrm>
          <a:off x="180247" y="279647"/>
          <a:ext cx="932804" cy="93280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7ACCED-C6CC-4348-A11A-F14FC063AD0F}">
      <dsp:nvSpPr>
        <dsp:cNvPr id="0" name=""/>
        <dsp:cNvSpPr/>
      </dsp:nvSpPr>
      <dsp:spPr>
        <a:xfrm>
          <a:off x="1304858" y="1492487"/>
          <a:ext cx="2666734" cy="7462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2331" tIns="20320" rIns="20320" bIns="2032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</a:rPr>
            <a:t>Responsibility: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0" kern="1200" dirty="0">
              <a:solidFill>
                <a:schemeClr val="tx1"/>
              </a:solidFill>
            </a:rPr>
            <a:t>Acquisition strategy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0" kern="1200" dirty="0">
              <a:solidFill>
                <a:schemeClr val="tx1"/>
              </a:solidFill>
            </a:rPr>
            <a:t>Right Market observation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b="0" kern="1200" dirty="0">
              <a:solidFill>
                <a:schemeClr val="tx1"/>
              </a:solidFill>
            </a:rPr>
            <a:t>Process quality and process implementation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600" b="0" kern="1200" dirty="0"/>
        </a:p>
      </dsp:txBody>
      <dsp:txXfrm>
        <a:off x="1304858" y="1492487"/>
        <a:ext cx="2666734" cy="746243"/>
      </dsp:txXfrm>
    </dsp:sp>
    <dsp:sp modelId="{B8CB11E6-3D90-4238-84CC-5ECC9D9E99EE}">
      <dsp:nvSpPr>
        <dsp:cNvPr id="0" name=""/>
        <dsp:cNvSpPr/>
      </dsp:nvSpPr>
      <dsp:spPr>
        <a:xfrm>
          <a:off x="608086" y="1399206"/>
          <a:ext cx="932804" cy="93280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F9505-13FE-455B-9601-2171D32064A4}">
      <dsp:nvSpPr>
        <dsp:cNvPr id="0" name=""/>
        <dsp:cNvSpPr/>
      </dsp:nvSpPr>
      <dsp:spPr>
        <a:xfrm>
          <a:off x="1322278" y="2612046"/>
          <a:ext cx="2631894" cy="7462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2331" tIns="20320" rIns="20320" bIns="2032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</a:rPr>
            <a:t>Authority: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solidFill>
                <a:schemeClr val="tx1"/>
              </a:solidFill>
            </a:rPr>
            <a:t>Escalation to Management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solidFill>
                <a:schemeClr val="tx1"/>
              </a:solidFill>
            </a:rPr>
            <a:t>exceed of budget up to the defined limitation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solidFill>
                <a:schemeClr val="tx1"/>
              </a:solidFill>
            </a:rPr>
            <a:t>Decision on 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US" sz="600" kern="1200" dirty="0">
            <a:solidFill>
              <a:schemeClr val="tx1"/>
            </a:solidFill>
          </a:endParaRPr>
        </a:p>
      </dsp:txBody>
      <dsp:txXfrm>
        <a:off x="1322278" y="2612046"/>
        <a:ext cx="2631894" cy="746243"/>
      </dsp:txXfrm>
    </dsp:sp>
    <dsp:sp modelId="{0E1D10E9-7C1D-4EE6-A8A8-5009BC41F831}">
      <dsp:nvSpPr>
        <dsp:cNvPr id="0" name=""/>
        <dsp:cNvSpPr/>
      </dsp:nvSpPr>
      <dsp:spPr>
        <a:xfrm>
          <a:off x="608086" y="2518766"/>
          <a:ext cx="932804" cy="93280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179CBE-C392-4A05-AB31-EE6909B49B21}">
      <dsp:nvSpPr>
        <dsp:cNvPr id="0" name=""/>
        <dsp:cNvSpPr/>
      </dsp:nvSpPr>
      <dsp:spPr>
        <a:xfrm>
          <a:off x="946682" y="3731606"/>
          <a:ext cx="2955246" cy="7462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2331" tIns="20320" rIns="20320" bIns="20320" numCol="1" spcCol="1270" anchor="t" anchorCtr="0">
          <a:noAutofit/>
        </a:bodyPr>
        <a:lstStyle/>
        <a:p>
          <a:pPr marL="0" lvl="0" indent="0" algn="l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b="1" kern="1200" dirty="0">
              <a:solidFill>
                <a:schemeClr val="tx1"/>
              </a:solidFill>
            </a:rPr>
            <a:t>Competence: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solidFill>
                <a:schemeClr val="tx1"/>
              </a:solidFill>
            </a:rPr>
            <a:t>Technical expertise ( in at least one domain HW/ SW/ Mech)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solidFill>
                <a:schemeClr val="tx1"/>
              </a:solidFill>
            </a:rPr>
            <a:t>Acquisition process know-how ( pricing, negotiation, …) 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solidFill>
                <a:schemeClr val="tx1"/>
              </a:solidFill>
            </a:rPr>
            <a:t>Presentation communication and social skills</a:t>
          </a:r>
        </a:p>
        <a:p>
          <a:pPr marL="57150" lvl="1" indent="-57150" algn="l" defTabSz="266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600" kern="1200" dirty="0">
              <a:solidFill>
                <a:schemeClr val="tx1"/>
              </a:solidFill>
            </a:rPr>
            <a:t>English language</a:t>
          </a:r>
        </a:p>
      </dsp:txBody>
      <dsp:txXfrm>
        <a:off x="946682" y="3731606"/>
        <a:ext cx="2955246" cy="746243"/>
      </dsp:txXfrm>
    </dsp:sp>
    <dsp:sp modelId="{73DFD74D-EE03-4F65-A3EF-B1EA8ECE6EC2}">
      <dsp:nvSpPr>
        <dsp:cNvPr id="0" name=""/>
        <dsp:cNvSpPr/>
      </dsp:nvSpPr>
      <dsp:spPr>
        <a:xfrm>
          <a:off x="180247" y="3638326"/>
          <a:ext cx="932804" cy="93280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9/13/2024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13" Type="http://schemas.openxmlformats.org/officeDocument/2006/relationships/diagramLayout" Target="../diagrams/layout5.xml"/><Relationship Id="rId18" Type="http://schemas.openxmlformats.org/officeDocument/2006/relationships/diagramLayout" Target="../diagrams/layout6.xml"/><Relationship Id="rId26" Type="http://schemas.microsoft.com/office/2007/relationships/diagramDrawing" Target="../diagrams/drawing7.xml"/><Relationship Id="rId3" Type="http://schemas.openxmlformats.org/officeDocument/2006/relationships/diagramLayout" Target="../diagrams/layout3.xml"/><Relationship Id="rId21" Type="http://schemas.microsoft.com/office/2007/relationships/diagramDrawing" Target="../diagrams/drawing6.xml"/><Relationship Id="rId7" Type="http://schemas.openxmlformats.org/officeDocument/2006/relationships/diagramData" Target="../diagrams/data4.xml"/><Relationship Id="rId12" Type="http://schemas.openxmlformats.org/officeDocument/2006/relationships/diagramData" Target="../diagrams/data5.xml"/><Relationship Id="rId17" Type="http://schemas.openxmlformats.org/officeDocument/2006/relationships/diagramData" Target="../diagrams/data6.xml"/><Relationship Id="rId25" Type="http://schemas.openxmlformats.org/officeDocument/2006/relationships/diagramColors" Target="../diagrams/colors7.xml"/><Relationship Id="rId2" Type="http://schemas.openxmlformats.org/officeDocument/2006/relationships/diagramData" Target="../diagrams/data3.xml"/><Relationship Id="rId16" Type="http://schemas.microsoft.com/office/2007/relationships/diagramDrawing" Target="../diagrams/drawing5.xml"/><Relationship Id="rId20" Type="http://schemas.openxmlformats.org/officeDocument/2006/relationships/diagramColors" Target="../diagrams/colors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24" Type="http://schemas.openxmlformats.org/officeDocument/2006/relationships/diagramQuickStyle" Target="../diagrams/quickStyle7.xml"/><Relationship Id="rId5" Type="http://schemas.openxmlformats.org/officeDocument/2006/relationships/diagramColors" Target="../diagrams/colors3.xml"/><Relationship Id="rId15" Type="http://schemas.openxmlformats.org/officeDocument/2006/relationships/diagramColors" Target="../diagrams/colors5.xml"/><Relationship Id="rId23" Type="http://schemas.openxmlformats.org/officeDocument/2006/relationships/diagramLayout" Target="../diagrams/layout7.xml"/><Relationship Id="rId10" Type="http://schemas.openxmlformats.org/officeDocument/2006/relationships/diagramColors" Target="../diagrams/colors4.xml"/><Relationship Id="rId19" Type="http://schemas.openxmlformats.org/officeDocument/2006/relationships/diagramQuickStyle" Target="../diagrams/quickStyle6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Relationship Id="rId14" Type="http://schemas.openxmlformats.org/officeDocument/2006/relationships/diagramQuickStyle" Target="../diagrams/quickStyle5.xml"/><Relationship Id="rId22" Type="http://schemas.openxmlformats.org/officeDocument/2006/relationships/diagramData" Target="../diagrams/data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58DC8-FE2C-4249-AA65-FAAE899D67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African Machinery Technologies</a:t>
            </a:r>
            <a:endParaRPr lang="fr-B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209BA5-CD19-4431-9704-7382FB0B6B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solutions</a:t>
            </a:r>
            <a:r>
              <a:rPr lang="de-DE" dirty="0"/>
              <a:t>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local</a:t>
            </a:r>
            <a:r>
              <a:rPr lang="de-DE" dirty="0"/>
              <a:t> </a:t>
            </a:r>
            <a:r>
              <a:rPr lang="de-DE" dirty="0" err="1"/>
              <a:t>issues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92646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58DC8-FE2C-4249-AA65-FAAE899D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African Machinery Technologies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C1F5B1-13C1-5D30-D536-60750FAEF8DB}"/>
              </a:ext>
            </a:extLst>
          </p:cNvPr>
          <p:cNvSpPr txBox="1"/>
          <p:nvPr/>
        </p:nvSpPr>
        <p:spPr>
          <a:xfrm>
            <a:off x="517585" y="2320505"/>
            <a:ext cx="11674415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Capabilities:</a:t>
            </a:r>
          </a:p>
          <a:p>
            <a:endParaRPr lang="en-US" dirty="0"/>
          </a:p>
          <a:p>
            <a:r>
              <a:rPr lang="en-US" sz="1400" dirty="0"/>
              <a:t>Create a first draft of a business process  business process landscape </a:t>
            </a:r>
          </a:p>
          <a:p>
            <a:r>
              <a:rPr lang="en-US" sz="1400" dirty="0"/>
              <a:t>create enterprise process landscape</a:t>
            </a:r>
          </a:p>
          <a:p>
            <a:endParaRPr lang="en-US" sz="1400" dirty="0"/>
          </a:p>
          <a:p>
            <a:r>
              <a:rPr lang="en-US" sz="1400" dirty="0"/>
              <a:t>	- </a:t>
            </a:r>
            <a:r>
              <a:rPr lang="en-US" sz="1400" i="1" dirty="0"/>
              <a:t>Project and program management</a:t>
            </a:r>
          </a:p>
          <a:p>
            <a:r>
              <a:rPr lang="en-US" sz="1400" i="1" dirty="0"/>
              <a:t>	- Define value streams</a:t>
            </a:r>
          </a:p>
          <a:p>
            <a:r>
              <a:rPr lang="en-US" sz="1400" i="1" dirty="0"/>
              <a:t>	- business processes according to value streams and organization processes</a:t>
            </a:r>
          </a:p>
          <a:p>
            <a:endParaRPr lang="en-US" sz="1400" dirty="0"/>
          </a:p>
          <a:p>
            <a:r>
              <a:rPr lang="en-US" sz="1400" dirty="0"/>
              <a:t>Create a first organizational draft of the structure</a:t>
            </a:r>
          </a:p>
          <a:p>
            <a:endParaRPr lang="en-US" sz="1400" dirty="0"/>
          </a:p>
          <a:p>
            <a:r>
              <a:rPr lang="en-US" sz="1400" dirty="0"/>
              <a:t>Create a skill and competence matrix for all processes</a:t>
            </a:r>
          </a:p>
          <a:p>
            <a:r>
              <a:rPr lang="en-US" sz="1400" dirty="0"/>
              <a:t>Create curricula for all relevant roles</a:t>
            </a:r>
          </a:p>
          <a:p>
            <a:r>
              <a:rPr lang="en-US" sz="1400" dirty="0"/>
              <a:t>Assign roles and functions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R: Bertrand, Steve</a:t>
            </a:r>
          </a:p>
          <a:p>
            <a:r>
              <a:rPr lang="en-US" sz="1400" dirty="0"/>
              <a:t>D: 30.08.2024</a:t>
            </a:r>
          </a:p>
        </p:txBody>
      </p:sp>
    </p:spTree>
    <p:extLst>
      <p:ext uri="{BB962C8B-B14F-4D97-AF65-F5344CB8AC3E}">
        <p14:creationId xmlns:p14="http://schemas.microsoft.com/office/powerpoint/2010/main" val="981269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58DC8-FE2C-4249-AA65-FAAE899D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African Machinery Technologies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209BA5-CD19-4431-9704-7382FB0B6B3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47907" y="1622984"/>
            <a:ext cx="7374732" cy="55640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b="1" dirty="0"/>
              <a:t>Enterprise governance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6CD9F7-EE23-F712-DEDF-D2503747ED12}"/>
              </a:ext>
            </a:extLst>
          </p:cNvPr>
          <p:cNvSpPr/>
          <p:nvPr/>
        </p:nvSpPr>
        <p:spPr>
          <a:xfrm>
            <a:off x="1504180" y="2321877"/>
            <a:ext cx="9152627" cy="11805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Management </a:t>
            </a:r>
          </a:p>
          <a:p>
            <a:pPr algn="ctr"/>
            <a:r>
              <a:rPr lang="en-US" dirty="0"/>
              <a:t>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96983F-89B2-5ACC-B5C7-82985BEBC187}"/>
              </a:ext>
            </a:extLst>
          </p:cNvPr>
          <p:cNvSpPr/>
          <p:nvPr/>
        </p:nvSpPr>
        <p:spPr>
          <a:xfrm>
            <a:off x="1516895" y="3546195"/>
            <a:ext cx="9152627" cy="22187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Value streams and creation processes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9C2C4C-4D2B-61D6-1760-E4704B027468}"/>
              </a:ext>
            </a:extLst>
          </p:cNvPr>
          <p:cNvSpPr/>
          <p:nvPr/>
        </p:nvSpPr>
        <p:spPr>
          <a:xfrm>
            <a:off x="1529609" y="5865515"/>
            <a:ext cx="9114484" cy="9121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8345EC-6EF1-6213-AB65-CE42BE85D945}"/>
              </a:ext>
            </a:extLst>
          </p:cNvPr>
          <p:cNvSpPr/>
          <p:nvPr/>
        </p:nvSpPr>
        <p:spPr>
          <a:xfrm rot="16200000">
            <a:off x="-1115926" y="4215538"/>
            <a:ext cx="4455738" cy="6684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Acquisition processes and innovation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38014C-376D-2D56-B12C-143E288B9758}"/>
              </a:ext>
            </a:extLst>
          </p:cNvPr>
          <p:cNvSpPr/>
          <p:nvPr/>
        </p:nvSpPr>
        <p:spPr>
          <a:xfrm rot="5400000">
            <a:off x="8774967" y="4275499"/>
            <a:ext cx="4455736" cy="530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Marketing process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82901B-08DD-16FD-0559-62E1865B9C2B}"/>
              </a:ext>
            </a:extLst>
          </p:cNvPr>
          <p:cNvSpPr/>
          <p:nvPr/>
        </p:nvSpPr>
        <p:spPr>
          <a:xfrm>
            <a:off x="1547907" y="3587217"/>
            <a:ext cx="3984039" cy="15774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2"/>
                </a:solidFill>
              </a:rPr>
              <a:t>Educational stream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6C466A-D762-087D-E0EB-04423BB97250}"/>
              </a:ext>
            </a:extLst>
          </p:cNvPr>
          <p:cNvSpPr/>
          <p:nvPr/>
        </p:nvSpPr>
        <p:spPr>
          <a:xfrm>
            <a:off x="5633663" y="3587216"/>
            <a:ext cx="4959573" cy="15774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2"/>
                </a:solidFill>
              </a:rPr>
              <a:t>Product engineering stream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BFDF78-5C64-2FFF-1050-DEF92CA516AA}"/>
              </a:ext>
            </a:extLst>
          </p:cNvPr>
          <p:cNvSpPr/>
          <p:nvPr/>
        </p:nvSpPr>
        <p:spPr>
          <a:xfrm>
            <a:off x="5633663" y="5202940"/>
            <a:ext cx="4959573" cy="5181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2"/>
                </a:solidFill>
              </a:rPr>
              <a:t>Prototyping and Reverse engineering stream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2750A0-468E-4A3D-CDFC-1A94A7C4DB1B}"/>
              </a:ext>
            </a:extLst>
          </p:cNvPr>
          <p:cNvSpPr/>
          <p:nvPr/>
        </p:nvSpPr>
        <p:spPr>
          <a:xfrm>
            <a:off x="1547907" y="5205692"/>
            <a:ext cx="3984039" cy="5181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2"/>
                </a:solidFill>
              </a:rPr>
              <a:t>Product maintenance stream</a:t>
            </a:r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ED1DC76B-F900-B937-CAE2-8712DB1D4E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7935828"/>
              </p:ext>
            </p:extLst>
          </p:nvPr>
        </p:nvGraphicFramePr>
        <p:xfrm>
          <a:off x="5882528" y="3796302"/>
          <a:ext cx="4774279" cy="1245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669D1274-F5A1-D653-195C-3059FBD09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31446469"/>
              </p:ext>
            </p:extLst>
          </p:nvPr>
        </p:nvGraphicFramePr>
        <p:xfrm>
          <a:off x="1693847" y="3888748"/>
          <a:ext cx="2907479" cy="10779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9" name="Rectangle 18">
            <a:extLst>
              <a:ext uri="{FF2B5EF4-FFF2-40B4-BE49-F238E27FC236}">
                <a16:creationId xmlns:a16="http://schemas.microsoft.com/office/drawing/2014/main" id="{BD100810-D5B8-7621-A13A-0E643F8EA8A0}"/>
              </a:ext>
            </a:extLst>
          </p:cNvPr>
          <p:cNvSpPr/>
          <p:nvPr/>
        </p:nvSpPr>
        <p:spPr>
          <a:xfrm>
            <a:off x="1585123" y="2400300"/>
            <a:ext cx="1630137" cy="10547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Finance &amp;Controlling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6D155F-E9C8-5EDD-F58E-5A9FC5ED6CA3}"/>
              </a:ext>
            </a:extLst>
          </p:cNvPr>
          <p:cNvSpPr/>
          <p:nvPr/>
        </p:nvSpPr>
        <p:spPr>
          <a:xfrm>
            <a:off x="3273288" y="2390848"/>
            <a:ext cx="1915779" cy="10641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Personal management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FDE4BC-0D17-3F65-37DF-F9A6D5311DCC}"/>
              </a:ext>
            </a:extLst>
          </p:cNvPr>
          <p:cNvSpPr/>
          <p:nvPr/>
        </p:nvSpPr>
        <p:spPr>
          <a:xfrm>
            <a:off x="6854907" y="2377318"/>
            <a:ext cx="1915779" cy="10737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Project management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BBA6AA-A1F4-715B-846C-52EF464BECE5}"/>
              </a:ext>
            </a:extLst>
          </p:cNvPr>
          <p:cNvSpPr/>
          <p:nvPr/>
        </p:nvSpPr>
        <p:spPr>
          <a:xfrm>
            <a:off x="8828714" y="2377318"/>
            <a:ext cx="1775372" cy="10737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Organizational </a:t>
            </a:r>
            <a:r>
              <a:rPr lang="en-US" sz="900" b="1" dirty="0" err="1"/>
              <a:t>mgmnt</a:t>
            </a:r>
            <a:endParaRPr lang="en-US" sz="9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B59557-05E4-C652-8A52-58B3C5CB1416}"/>
              </a:ext>
            </a:extLst>
          </p:cNvPr>
          <p:cNvSpPr txBox="1"/>
          <p:nvPr/>
        </p:nvSpPr>
        <p:spPr>
          <a:xfrm>
            <a:off x="1642356" y="2600597"/>
            <a:ext cx="151774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Accounting process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1CB827-ADFD-3E0B-FC23-5B801146CC9F}"/>
              </a:ext>
            </a:extLst>
          </p:cNvPr>
          <p:cNvSpPr txBox="1"/>
          <p:nvPr/>
        </p:nvSpPr>
        <p:spPr>
          <a:xfrm>
            <a:off x="1642356" y="2883728"/>
            <a:ext cx="151774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Financing process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B28508-D69C-0A0E-EA42-9FBF92A2A6BC}"/>
              </a:ext>
            </a:extLst>
          </p:cNvPr>
          <p:cNvSpPr txBox="1"/>
          <p:nvPr/>
        </p:nvSpPr>
        <p:spPr>
          <a:xfrm>
            <a:off x="1642356" y="3173327"/>
            <a:ext cx="151774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inventorying process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B48552-0A1A-A9A9-E50B-ED0B9F4FDC8A}"/>
              </a:ext>
            </a:extLst>
          </p:cNvPr>
          <p:cNvSpPr txBox="1"/>
          <p:nvPr/>
        </p:nvSpPr>
        <p:spPr>
          <a:xfrm>
            <a:off x="3299460" y="2600597"/>
            <a:ext cx="182117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Recruiting process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7306C6-9545-34C2-CF63-22F3CC3EF4F9}"/>
              </a:ext>
            </a:extLst>
          </p:cNvPr>
          <p:cNvSpPr txBox="1"/>
          <p:nvPr/>
        </p:nvSpPr>
        <p:spPr>
          <a:xfrm>
            <a:off x="3299460" y="2891687"/>
            <a:ext cx="182117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Pers. qualification process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186C8B-3E28-A42C-0CB4-E491D4AE8771}"/>
              </a:ext>
            </a:extLst>
          </p:cNvPr>
          <p:cNvSpPr txBox="1"/>
          <p:nvPr/>
        </p:nvSpPr>
        <p:spPr>
          <a:xfrm>
            <a:off x="3299459" y="3159236"/>
            <a:ext cx="182117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Pers. qualification process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4F9CF4-347F-303A-0032-740D2CF7B24E}"/>
              </a:ext>
            </a:extLst>
          </p:cNvPr>
          <p:cNvSpPr/>
          <p:nvPr/>
        </p:nvSpPr>
        <p:spPr>
          <a:xfrm>
            <a:off x="1592742" y="5914742"/>
            <a:ext cx="1915779" cy="813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IT Processes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1DB39B-3800-D5CB-D295-BE8161FB0C81}"/>
              </a:ext>
            </a:extLst>
          </p:cNvPr>
          <p:cNvSpPr/>
          <p:nvPr/>
        </p:nvSpPr>
        <p:spPr>
          <a:xfrm>
            <a:off x="3616167" y="5914741"/>
            <a:ext cx="1915779" cy="813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Quality processes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34F508-962A-A68D-7D02-491EC5631988}"/>
              </a:ext>
            </a:extLst>
          </p:cNvPr>
          <p:cNvSpPr/>
          <p:nvPr/>
        </p:nvSpPr>
        <p:spPr>
          <a:xfrm>
            <a:off x="6710821" y="5914741"/>
            <a:ext cx="1915779" cy="813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Purchasing processes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79E840-C079-5607-70D5-5985F4618B39}"/>
              </a:ext>
            </a:extLst>
          </p:cNvPr>
          <p:cNvSpPr/>
          <p:nvPr/>
        </p:nvSpPr>
        <p:spPr>
          <a:xfrm>
            <a:off x="8677457" y="5914741"/>
            <a:ext cx="1915779" cy="813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Purchasing processes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71632E-2637-54CF-8F51-019D28F11EBF}"/>
              </a:ext>
            </a:extLst>
          </p:cNvPr>
          <p:cNvSpPr txBox="1"/>
          <p:nvPr/>
        </p:nvSpPr>
        <p:spPr>
          <a:xfrm>
            <a:off x="1642356" y="6136277"/>
            <a:ext cx="182117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User ID </a:t>
            </a:r>
            <a:r>
              <a:rPr lang="en-US" sz="1000"/>
              <a:t>creation process</a:t>
            </a:r>
            <a:endParaRPr lang="en-US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3CCA2D-E22B-6C79-BA87-5815DDC878A4}"/>
              </a:ext>
            </a:extLst>
          </p:cNvPr>
          <p:cNvSpPr txBox="1"/>
          <p:nvPr/>
        </p:nvSpPr>
        <p:spPr>
          <a:xfrm>
            <a:off x="6902206" y="2658977"/>
            <a:ext cx="182117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Project </a:t>
            </a:r>
            <a:r>
              <a:rPr lang="en-US" sz="1000" dirty="0" err="1"/>
              <a:t>mgmnt</a:t>
            </a:r>
            <a:r>
              <a:rPr lang="en-US" sz="1000" dirty="0"/>
              <a:t>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0EA1B-1945-734A-CA5C-F3D235D77B56}"/>
              </a:ext>
            </a:extLst>
          </p:cNvPr>
          <p:cNvSpPr txBox="1"/>
          <p:nvPr/>
        </p:nvSpPr>
        <p:spPr>
          <a:xfrm>
            <a:off x="6902205" y="3026129"/>
            <a:ext cx="182117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Risk management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4C34C8-481D-A9B0-BB06-6219E2830B03}"/>
              </a:ext>
            </a:extLst>
          </p:cNvPr>
          <p:cNvSpPr txBox="1"/>
          <p:nvPr/>
        </p:nvSpPr>
        <p:spPr>
          <a:xfrm>
            <a:off x="8838914" y="2600597"/>
            <a:ext cx="176314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Business architecture and process organization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834EB5-5F5B-D886-2A18-E136AE8EF5CF}"/>
              </a:ext>
            </a:extLst>
          </p:cNvPr>
          <p:cNvSpPr txBox="1"/>
          <p:nvPr/>
        </p:nvSpPr>
        <p:spPr>
          <a:xfrm>
            <a:off x="8851629" y="3023889"/>
            <a:ext cx="176314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Governance and Corporate Identity</a:t>
            </a:r>
          </a:p>
        </p:txBody>
      </p:sp>
    </p:spTree>
    <p:extLst>
      <p:ext uri="{BB962C8B-B14F-4D97-AF65-F5344CB8AC3E}">
        <p14:creationId xmlns:p14="http://schemas.microsoft.com/office/powerpoint/2010/main" val="109760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1B2D9F4-DD67-D901-34B5-9BAAD0C33055}"/>
              </a:ext>
            </a:extLst>
          </p:cNvPr>
          <p:cNvSpPr/>
          <p:nvPr/>
        </p:nvSpPr>
        <p:spPr>
          <a:xfrm>
            <a:off x="24175" y="2321877"/>
            <a:ext cx="1852909" cy="293360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Acquisition process</a:t>
            </a:r>
          </a:p>
          <a:p>
            <a:pPr algn="ctr"/>
            <a:r>
              <a:rPr lang="en-US" sz="900" b="1" dirty="0"/>
              <a:t>(push principle) </a:t>
            </a:r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500" b="1" dirty="0"/>
          </a:p>
          <a:p>
            <a:pPr algn="ctr"/>
            <a:r>
              <a:rPr lang="en-US" sz="900" b="1" dirty="0"/>
              <a:t>Acquisition process</a:t>
            </a:r>
          </a:p>
          <a:p>
            <a:pPr algn="ctr"/>
            <a:r>
              <a:rPr lang="en-US" sz="900" b="1" dirty="0"/>
              <a:t> (pull principle)</a:t>
            </a:r>
          </a:p>
          <a:p>
            <a:pPr algn="ctr"/>
            <a:endParaRPr lang="en-US" sz="900" b="1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858DC8-FE2C-4249-AA65-FAAE899D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African Machinery Technologies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209BA5-CD19-4431-9704-7382FB0B6B3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37747" y="1589850"/>
            <a:ext cx="7374732" cy="55640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b="1" dirty="0"/>
              <a:t>Enterprise governance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6CD9F7-EE23-F712-DEDF-D2503747ED12}"/>
              </a:ext>
            </a:extLst>
          </p:cNvPr>
          <p:cNvSpPr/>
          <p:nvPr/>
        </p:nvSpPr>
        <p:spPr>
          <a:xfrm>
            <a:off x="1924580" y="2328395"/>
            <a:ext cx="8646852" cy="118054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/>
              <a:t>Management </a:t>
            </a:r>
          </a:p>
          <a:p>
            <a:pPr algn="ctr"/>
            <a:r>
              <a:rPr lang="en-US" sz="1200" b="1" dirty="0"/>
              <a:t>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96983F-89B2-5ACC-B5C7-82985BEBC187}"/>
              </a:ext>
            </a:extLst>
          </p:cNvPr>
          <p:cNvSpPr/>
          <p:nvPr/>
        </p:nvSpPr>
        <p:spPr>
          <a:xfrm>
            <a:off x="1924581" y="3552713"/>
            <a:ext cx="8646852" cy="22187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Value streams and creation processes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9C2C4C-4D2B-61D6-1760-E4704B027468}"/>
              </a:ext>
            </a:extLst>
          </p:cNvPr>
          <p:cNvSpPr/>
          <p:nvPr/>
        </p:nvSpPr>
        <p:spPr>
          <a:xfrm>
            <a:off x="1911865" y="5799218"/>
            <a:ext cx="8659567" cy="98491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Support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8345EC-6EF1-6213-AB65-CE42BE85D945}"/>
              </a:ext>
            </a:extLst>
          </p:cNvPr>
          <p:cNvSpPr/>
          <p:nvPr/>
        </p:nvSpPr>
        <p:spPr>
          <a:xfrm>
            <a:off x="19886" y="5287991"/>
            <a:ext cx="1852909" cy="148962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Innovation process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82901B-08DD-16FD-0559-62E1865B9C2B}"/>
              </a:ext>
            </a:extLst>
          </p:cNvPr>
          <p:cNvSpPr/>
          <p:nvPr/>
        </p:nvSpPr>
        <p:spPr>
          <a:xfrm>
            <a:off x="1971378" y="3588998"/>
            <a:ext cx="3401204" cy="15774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2"/>
                </a:solidFill>
              </a:rPr>
              <a:t>Educational stream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6C466A-D762-087D-E0EB-04423BB97250}"/>
              </a:ext>
            </a:extLst>
          </p:cNvPr>
          <p:cNvSpPr/>
          <p:nvPr/>
        </p:nvSpPr>
        <p:spPr>
          <a:xfrm>
            <a:off x="5436154" y="3593734"/>
            <a:ext cx="5071707" cy="15774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2"/>
                </a:solidFill>
              </a:rPr>
              <a:t>Product engineering stream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BFDF78-5C64-2FFF-1050-DEF92CA516AA}"/>
              </a:ext>
            </a:extLst>
          </p:cNvPr>
          <p:cNvSpPr/>
          <p:nvPr/>
        </p:nvSpPr>
        <p:spPr>
          <a:xfrm>
            <a:off x="5436154" y="5209458"/>
            <a:ext cx="5071707" cy="5181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2"/>
                </a:solidFill>
              </a:rPr>
              <a:t>Prototyping and Reverse engineering stream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2750A0-468E-4A3D-CDFC-1A94A7C4DB1B}"/>
              </a:ext>
            </a:extLst>
          </p:cNvPr>
          <p:cNvSpPr/>
          <p:nvPr/>
        </p:nvSpPr>
        <p:spPr>
          <a:xfrm>
            <a:off x="1976999" y="5215163"/>
            <a:ext cx="3401746" cy="5181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2"/>
                </a:solidFill>
              </a:rPr>
              <a:t>Product maintenance stream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100810-D5B8-7621-A13A-0E643F8EA8A0}"/>
              </a:ext>
            </a:extLst>
          </p:cNvPr>
          <p:cNvSpPr/>
          <p:nvPr/>
        </p:nvSpPr>
        <p:spPr>
          <a:xfrm>
            <a:off x="1971377" y="2383836"/>
            <a:ext cx="1630137" cy="1075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Finance &amp;Controlling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6D155F-E9C8-5EDD-F58E-5A9FC5ED6CA3}"/>
              </a:ext>
            </a:extLst>
          </p:cNvPr>
          <p:cNvSpPr/>
          <p:nvPr/>
        </p:nvSpPr>
        <p:spPr>
          <a:xfrm>
            <a:off x="3658747" y="2383836"/>
            <a:ext cx="1915779" cy="1075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Personal management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FDE4BC-0D17-3F65-37DF-F9A6D5311DCC}"/>
              </a:ext>
            </a:extLst>
          </p:cNvPr>
          <p:cNvSpPr/>
          <p:nvPr/>
        </p:nvSpPr>
        <p:spPr>
          <a:xfrm>
            <a:off x="6769532" y="2383836"/>
            <a:ext cx="1915779" cy="1090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Project &amp; product </a:t>
            </a:r>
            <a:r>
              <a:rPr lang="en-US" sz="900" b="1" dirty="0" err="1"/>
              <a:t>mgmnt</a:t>
            </a:r>
            <a:endParaRPr lang="en-US" sz="900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BBA6AA-A1F4-715B-846C-52EF464BECE5}"/>
              </a:ext>
            </a:extLst>
          </p:cNvPr>
          <p:cNvSpPr/>
          <p:nvPr/>
        </p:nvSpPr>
        <p:spPr>
          <a:xfrm>
            <a:off x="8742220" y="2383836"/>
            <a:ext cx="1775372" cy="1090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Organizational  </a:t>
            </a:r>
            <a:r>
              <a:rPr lang="en-US" sz="900" b="1" dirty="0" err="1"/>
              <a:t>mgmnt</a:t>
            </a:r>
            <a:endParaRPr lang="en-US" sz="9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B59557-05E4-C652-8A52-58B3C5CB1416}"/>
              </a:ext>
            </a:extLst>
          </p:cNvPr>
          <p:cNvSpPr txBox="1"/>
          <p:nvPr/>
        </p:nvSpPr>
        <p:spPr>
          <a:xfrm>
            <a:off x="2028610" y="2578199"/>
            <a:ext cx="151774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Accounting process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1CB827-ADFD-3E0B-FC23-5B801146CC9F}"/>
              </a:ext>
            </a:extLst>
          </p:cNvPr>
          <p:cNvSpPr txBox="1"/>
          <p:nvPr/>
        </p:nvSpPr>
        <p:spPr>
          <a:xfrm>
            <a:off x="2028610" y="2861231"/>
            <a:ext cx="151774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Financing process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B28508-D69C-0A0E-EA42-9FBF92A2A6BC}"/>
              </a:ext>
            </a:extLst>
          </p:cNvPr>
          <p:cNvSpPr txBox="1"/>
          <p:nvPr/>
        </p:nvSpPr>
        <p:spPr>
          <a:xfrm>
            <a:off x="2028610" y="3144166"/>
            <a:ext cx="151774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inventorying process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B48552-0A1A-A9A9-E50B-ED0B9F4FDC8A}"/>
              </a:ext>
            </a:extLst>
          </p:cNvPr>
          <p:cNvSpPr txBox="1"/>
          <p:nvPr/>
        </p:nvSpPr>
        <p:spPr>
          <a:xfrm>
            <a:off x="3721759" y="2595501"/>
            <a:ext cx="17891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Recruiting process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7306C6-9545-34C2-CF63-22F3CC3EF4F9}"/>
              </a:ext>
            </a:extLst>
          </p:cNvPr>
          <p:cNvSpPr txBox="1"/>
          <p:nvPr/>
        </p:nvSpPr>
        <p:spPr>
          <a:xfrm>
            <a:off x="3721759" y="2869522"/>
            <a:ext cx="17891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Pers. qualification process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186C8B-3E28-A42C-0CB4-E491D4AE8771}"/>
              </a:ext>
            </a:extLst>
          </p:cNvPr>
          <p:cNvSpPr txBox="1"/>
          <p:nvPr/>
        </p:nvSpPr>
        <p:spPr>
          <a:xfrm>
            <a:off x="3721759" y="3138389"/>
            <a:ext cx="17891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Talent dev. process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4F9CF4-347F-303A-0032-740D2CF7B24E}"/>
              </a:ext>
            </a:extLst>
          </p:cNvPr>
          <p:cNvSpPr/>
          <p:nvPr/>
        </p:nvSpPr>
        <p:spPr>
          <a:xfrm>
            <a:off x="2052345" y="5924291"/>
            <a:ext cx="1821805" cy="81364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IT Processes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1DB39B-3800-D5CB-D295-BE8161FB0C81}"/>
              </a:ext>
            </a:extLst>
          </p:cNvPr>
          <p:cNvSpPr/>
          <p:nvPr/>
        </p:nvSpPr>
        <p:spPr>
          <a:xfrm>
            <a:off x="3942579" y="5917890"/>
            <a:ext cx="1705396" cy="813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Quality processes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34F508-962A-A68D-7D02-491EC5631988}"/>
              </a:ext>
            </a:extLst>
          </p:cNvPr>
          <p:cNvSpPr/>
          <p:nvPr/>
        </p:nvSpPr>
        <p:spPr>
          <a:xfrm>
            <a:off x="6969514" y="5924291"/>
            <a:ext cx="1715797" cy="813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Purchasing processes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79E840-C079-5607-70D5-5985F4618B39}"/>
              </a:ext>
            </a:extLst>
          </p:cNvPr>
          <p:cNvSpPr/>
          <p:nvPr/>
        </p:nvSpPr>
        <p:spPr>
          <a:xfrm>
            <a:off x="8743339" y="5921259"/>
            <a:ext cx="1764522" cy="8136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Purchasing processes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71632E-2637-54CF-8F51-019D28F11EBF}"/>
              </a:ext>
            </a:extLst>
          </p:cNvPr>
          <p:cNvSpPr txBox="1"/>
          <p:nvPr/>
        </p:nvSpPr>
        <p:spPr>
          <a:xfrm>
            <a:off x="2101960" y="6145826"/>
            <a:ext cx="169324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User </a:t>
            </a:r>
            <a:r>
              <a:rPr lang="en-US" sz="1000" dirty="0" err="1"/>
              <a:t>mgmnt</a:t>
            </a:r>
            <a:r>
              <a:rPr lang="en-US" sz="1000" dirty="0"/>
              <a:t>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3CCA2D-E22B-6C79-BA87-5815DDC878A4}"/>
              </a:ext>
            </a:extLst>
          </p:cNvPr>
          <p:cNvSpPr txBox="1"/>
          <p:nvPr/>
        </p:nvSpPr>
        <p:spPr>
          <a:xfrm>
            <a:off x="6816829" y="2616281"/>
            <a:ext cx="182117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Project </a:t>
            </a:r>
            <a:r>
              <a:rPr lang="en-US" sz="1000" dirty="0" err="1"/>
              <a:t>mgmt</a:t>
            </a:r>
            <a:r>
              <a:rPr lang="en-US" sz="1000" dirty="0"/>
              <a:t>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0EA1B-1945-734A-CA5C-F3D235D77B56}"/>
              </a:ext>
            </a:extLst>
          </p:cNvPr>
          <p:cNvSpPr txBox="1"/>
          <p:nvPr/>
        </p:nvSpPr>
        <p:spPr>
          <a:xfrm>
            <a:off x="6816827" y="3186785"/>
            <a:ext cx="182117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Risk management process</a:t>
            </a:r>
          </a:p>
        </p:txBody>
      </p:sp>
      <p:graphicFrame>
        <p:nvGraphicFramePr>
          <p:cNvPr id="35" name="Diagram 34">
            <a:extLst>
              <a:ext uri="{FF2B5EF4-FFF2-40B4-BE49-F238E27FC236}">
                <a16:creationId xmlns:a16="http://schemas.microsoft.com/office/drawing/2014/main" id="{88819D65-C057-621D-BFCB-2D26DD162C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659118"/>
              </p:ext>
            </p:extLst>
          </p:nvPr>
        </p:nvGraphicFramePr>
        <p:xfrm>
          <a:off x="5729232" y="3858367"/>
          <a:ext cx="4528466" cy="806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9" name="Diagram 38">
            <a:extLst>
              <a:ext uri="{FF2B5EF4-FFF2-40B4-BE49-F238E27FC236}">
                <a16:creationId xmlns:a16="http://schemas.microsoft.com/office/drawing/2014/main" id="{51D8895F-F22B-7B96-7C52-CCC1C8069D0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7192996"/>
              </p:ext>
            </p:extLst>
          </p:nvPr>
        </p:nvGraphicFramePr>
        <p:xfrm>
          <a:off x="193615" y="2658977"/>
          <a:ext cx="1626560" cy="928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FAF4BC19-20EB-2165-46FA-2A54464113B1}"/>
              </a:ext>
            </a:extLst>
          </p:cNvPr>
          <p:cNvSpPr txBox="1"/>
          <p:nvPr/>
        </p:nvSpPr>
        <p:spPr>
          <a:xfrm>
            <a:off x="2099645" y="6436007"/>
            <a:ext cx="169324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IT management process</a:t>
            </a:r>
          </a:p>
        </p:txBody>
      </p:sp>
      <p:graphicFrame>
        <p:nvGraphicFramePr>
          <p:cNvPr id="40" name="Diagram 39">
            <a:extLst>
              <a:ext uri="{FF2B5EF4-FFF2-40B4-BE49-F238E27FC236}">
                <a16:creationId xmlns:a16="http://schemas.microsoft.com/office/drawing/2014/main" id="{96A751D7-3768-A26C-686C-7313D368C8C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4952465"/>
              </p:ext>
            </p:extLst>
          </p:nvPr>
        </p:nvGraphicFramePr>
        <p:xfrm>
          <a:off x="19888" y="4002774"/>
          <a:ext cx="1800287" cy="117555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41" name="Diagram 40">
            <a:extLst>
              <a:ext uri="{FF2B5EF4-FFF2-40B4-BE49-F238E27FC236}">
                <a16:creationId xmlns:a16="http://schemas.microsoft.com/office/drawing/2014/main" id="{8CBFBA4A-899B-3FAA-0AAE-BC97F3D7C4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8695508"/>
              </p:ext>
            </p:extLst>
          </p:nvPr>
        </p:nvGraphicFramePr>
        <p:xfrm>
          <a:off x="39494" y="5520905"/>
          <a:ext cx="1780681" cy="12074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36DA3928-3E0E-DDF6-66B4-694C53A0ADB4}"/>
              </a:ext>
            </a:extLst>
          </p:cNvPr>
          <p:cNvSpPr/>
          <p:nvPr/>
        </p:nvSpPr>
        <p:spPr>
          <a:xfrm>
            <a:off x="10607851" y="2321877"/>
            <a:ext cx="1544655" cy="2933607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Delivery process</a:t>
            </a:r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76AED24-6D21-0F8B-5D8C-8EF218DE7E03}"/>
              </a:ext>
            </a:extLst>
          </p:cNvPr>
          <p:cNvSpPr/>
          <p:nvPr/>
        </p:nvSpPr>
        <p:spPr>
          <a:xfrm>
            <a:off x="10607851" y="5287990"/>
            <a:ext cx="1544655" cy="148962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CRI process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3D3711-1D22-5279-5FE4-78FBA54B64AA}"/>
              </a:ext>
            </a:extLst>
          </p:cNvPr>
          <p:cNvSpPr txBox="1"/>
          <p:nvPr/>
        </p:nvSpPr>
        <p:spPr>
          <a:xfrm>
            <a:off x="6816827" y="2899954"/>
            <a:ext cx="182117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Product </a:t>
            </a:r>
            <a:r>
              <a:rPr lang="en-US" sz="1000" dirty="0" err="1"/>
              <a:t>mgmt</a:t>
            </a:r>
            <a:r>
              <a:rPr lang="en-US" sz="1000" dirty="0"/>
              <a:t> process</a:t>
            </a:r>
          </a:p>
        </p:txBody>
      </p:sp>
      <p:graphicFrame>
        <p:nvGraphicFramePr>
          <p:cNvPr id="48" name="Diagram 47">
            <a:extLst>
              <a:ext uri="{FF2B5EF4-FFF2-40B4-BE49-F238E27FC236}">
                <a16:creationId xmlns:a16="http://schemas.microsoft.com/office/drawing/2014/main" id="{629EDEEF-8DC6-8741-8AE5-A878EB43D3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8790265"/>
              </p:ext>
            </p:extLst>
          </p:nvPr>
        </p:nvGraphicFramePr>
        <p:xfrm>
          <a:off x="10651592" y="2563592"/>
          <a:ext cx="1474013" cy="1844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DE290AAA-F501-6A93-E0A8-900D801546EC}"/>
              </a:ext>
            </a:extLst>
          </p:cNvPr>
          <p:cNvSpPr txBox="1"/>
          <p:nvPr/>
        </p:nvSpPr>
        <p:spPr>
          <a:xfrm>
            <a:off x="8744025" y="2632234"/>
            <a:ext cx="176314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Business architecture and process organization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D443BF-3E62-9C56-1AC9-48825BD030A2}"/>
              </a:ext>
            </a:extLst>
          </p:cNvPr>
          <p:cNvSpPr txBox="1"/>
          <p:nvPr/>
        </p:nvSpPr>
        <p:spPr>
          <a:xfrm>
            <a:off x="8757369" y="3053120"/>
            <a:ext cx="176314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Governance and Corporate Identity</a:t>
            </a:r>
          </a:p>
        </p:txBody>
      </p:sp>
    </p:spTree>
    <p:extLst>
      <p:ext uri="{BB962C8B-B14F-4D97-AF65-F5344CB8AC3E}">
        <p14:creationId xmlns:p14="http://schemas.microsoft.com/office/powerpoint/2010/main" val="2778922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58DC8-FE2C-4249-AA65-FAAE899D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African Machinery Technologies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209BA5-CD19-4431-9704-7382FB0B6B3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37747" y="1589850"/>
            <a:ext cx="7374732" cy="55640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b="1" dirty="0"/>
              <a:t>Enterprise governance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6CD9F7-EE23-F712-DEDF-D2503747ED12}"/>
              </a:ext>
            </a:extLst>
          </p:cNvPr>
          <p:cNvSpPr/>
          <p:nvPr/>
        </p:nvSpPr>
        <p:spPr>
          <a:xfrm>
            <a:off x="1924580" y="2328395"/>
            <a:ext cx="10227926" cy="118054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200" b="1" dirty="0"/>
              <a:t>Management </a:t>
            </a:r>
          </a:p>
          <a:p>
            <a:pPr algn="ctr"/>
            <a:r>
              <a:rPr lang="en-US" sz="1200" b="1" dirty="0"/>
              <a:t>processes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96983F-89B2-5ACC-B5C7-82985BEBC187}"/>
              </a:ext>
            </a:extLst>
          </p:cNvPr>
          <p:cNvSpPr/>
          <p:nvPr/>
        </p:nvSpPr>
        <p:spPr>
          <a:xfrm>
            <a:off x="1918483" y="3533040"/>
            <a:ext cx="8646852" cy="22187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Value streams and creation processes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9C2C4C-4D2B-61D6-1760-E4704B027468}"/>
              </a:ext>
            </a:extLst>
          </p:cNvPr>
          <p:cNvSpPr/>
          <p:nvPr/>
        </p:nvSpPr>
        <p:spPr>
          <a:xfrm>
            <a:off x="1" y="5799218"/>
            <a:ext cx="10571432" cy="9849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Support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82901B-08DD-16FD-0559-62E1865B9C2B}"/>
              </a:ext>
            </a:extLst>
          </p:cNvPr>
          <p:cNvSpPr/>
          <p:nvPr/>
        </p:nvSpPr>
        <p:spPr>
          <a:xfrm>
            <a:off x="1971377" y="3546917"/>
            <a:ext cx="2225870" cy="15774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2"/>
                </a:solidFill>
              </a:rPr>
              <a:t>Educational stream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A6C466A-D762-087D-E0EB-04423BB97250}"/>
              </a:ext>
            </a:extLst>
          </p:cNvPr>
          <p:cNvSpPr/>
          <p:nvPr/>
        </p:nvSpPr>
        <p:spPr>
          <a:xfrm>
            <a:off x="5409000" y="3584651"/>
            <a:ext cx="5071707" cy="15774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2"/>
                </a:solidFill>
              </a:rPr>
              <a:t>Product creation stream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BFDF78-5C64-2FFF-1050-DEF92CA516AA}"/>
              </a:ext>
            </a:extLst>
          </p:cNvPr>
          <p:cNvSpPr/>
          <p:nvPr/>
        </p:nvSpPr>
        <p:spPr>
          <a:xfrm>
            <a:off x="5436154" y="5209458"/>
            <a:ext cx="5071707" cy="51818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2"/>
                </a:solidFill>
              </a:rPr>
              <a:t>Prototyping and Reverse engineering stream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2750A0-468E-4A3D-CDFC-1A94A7C4DB1B}"/>
              </a:ext>
            </a:extLst>
          </p:cNvPr>
          <p:cNvSpPr/>
          <p:nvPr/>
        </p:nvSpPr>
        <p:spPr>
          <a:xfrm>
            <a:off x="1976999" y="5215163"/>
            <a:ext cx="3401746" cy="5181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2"/>
                </a:solidFill>
              </a:rPr>
              <a:t>Product maintenance stream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100810-D5B8-7621-A13A-0E643F8EA8A0}"/>
              </a:ext>
            </a:extLst>
          </p:cNvPr>
          <p:cNvSpPr/>
          <p:nvPr/>
        </p:nvSpPr>
        <p:spPr>
          <a:xfrm>
            <a:off x="1971377" y="2383836"/>
            <a:ext cx="1630137" cy="1075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Finance &amp;Controlling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6D155F-E9C8-5EDD-F58E-5A9FC5ED6CA3}"/>
              </a:ext>
            </a:extLst>
          </p:cNvPr>
          <p:cNvSpPr/>
          <p:nvPr/>
        </p:nvSpPr>
        <p:spPr>
          <a:xfrm>
            <a:off x="4134235" y="2383836"/>
            <a:ext cx="1915779" cy="10752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Personal management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CFDE4BC-0D17-3F65-37DF-F9A6D5311DCC}"/>
              </a:ext>
            </a:extLst>
          </p:cNvPr>
          <p:cNvSpPr/>
          <p:nvPr/>
        </p:nvSpPr>
        <p:spPr>
          <a:xfrm>
            <a:off x="7821092" y="2383836"/>
            <a:ext cx="1915779" cy="1090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Project &amp; product </a:t>
            </a:r>
            <a:r>
              <a:rPr lang="en-US" sz="900" b="1" dirty="0" err="1"/>
              <a:t>mgmnt</a:t>
            </a:r>
            <a:endParaRPr lang="en-US" sz="900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BBA6AA-A1F4-715B-846C-52EF464BECE5}"/>
              </a:ext>
            </a:extLst>
          </p:cNvPr>
          <p:cNvSpPr/>
          <p:nvPr/>
        </p:nvSpPr>
        <p:spPr>
          <a:xfrm>
            <a:off x="9903508" y="2383836"/>
            <a:ext cx="1775372" cy="1090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Organizational  </a:t>
            </a:r>
            <a:r>
              <a:rPr lang="en-US" sz="900" b="1" dirty="0" err="1"/>
              <a:t>mgmnt</a:t>
            </a:r>
            <a:endParaRPr lang="en-US" sz="9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2B59557-05E4-C652-8A52-58B3C5CB1416}"/>
              </a:ext>
            </a:extLst>
          </p:cNvPr>
          <p:cNvSpPr txBox="1"/>
          <p:nvPr/>
        </p:nvSpPr>
        <p:spPr>
          <a:xfrm>
            <a:off x="2028610" y="2578199"/>
            <a:ext cx="151774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Accounting process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91CB827-ADFD-3E0B-FC23-5B801146CC9F}"/>
              </a:ext>
            </a:extLst>
          </p:cNvPr>
          <p:cNvSpPr txBox="1"/>
          <p:nvPr/>
        </p:nvSpPr>
        <p:spPr>
          <a:xfrm>
            <a:off x="2028610" y="2861231"/>
            <a:ext cx="151774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Financing process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CB28508-D69C-0A0E-EA42-9FBF92A2A6BC}"/>
              </a:ext>
            </a:extLst>
          </p:cNvPr>
          <p:cNvSpPr txBox="1"/>
          <p:nvPr/>
        </p:nvSpPr>
        <p:spPr>
          <a:xfrm>
            <a:off x="2028610" y="3144166"/>
            <a:ext cx="1517745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inventorying process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B48552-0A1A-A9A9-E50B-ED0B9F4FDC8A}"/>
              </a:ext>
            </a:extLst>
          </p:cNvPr>
          <p:cNvSpPr txBox="1"/>
          <p:nvPr/>
        </p:nvSpPr>
        <p:spPr>
          <a:xfrm>
            <a:off x="4197247" y="2595501"/>
            <a:ext cx="17891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Recruiting process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07306C6-9545-34C2-CF63-22F3CC3EF4F9}"/>
              </a:ext>
            </a:extLst>
          </p:cNvPr>
          <p:cNvSpPr txBox="1"/>
          <p:nvPr/>
        </p:nvSpPr>
        <p:spPr>
          <a:xfrm>
            <a:off x="4197247" y="2869522"/>
            <a:ext cx="17891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Pers. qualification process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186C8B-3E28-A42C-0CB4-E491D4AE8771}"/>
              </a:ext>
            </a:extLst>
          </p:cNvPr>
          <p:cNvSpPr txBox="1"/>
          <p:nvPr/>
        </p:nvSpPr>
        <p:spPr>
          <a:xfrm>
            <a:off x="4197247" y="3158709"/>
            <a:ext cx="1789127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Talent dev. process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34F9CF4-347F-303A-0032-740D2CF7B24E}"/>
              </a:ext>
            </a:extLst>
          </p:cNvPr>
          <p:cNvSpPr/>
          <p:nvPr/>
        </p:nvSpPr>
        <p:spPr>
          <a:xfrm>
            <a:off x="773236" y="5924291"/>
            <a:ext cx="3908492" cy="81364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IT Processes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1DB39B-3800-D5CB-D295-BE8161FB0C81}"/>
              </a:ext>
            </a:extLst>
          </p:cNvPr>
          <p:cNvSpPr/>
          <p:nvPr/>
        </p:nvSpPr>
        <p:spPr>
          <a:xfrm>
            <a:off x="6774598" y="5903643"/>
            <a:ext cx="1705396" cy="81364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Quality processes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779E840-C079-5607-70D5-5985F4618B39}"/>
              </a:ext>
            </a:extLst>
          </p:cNvPr>
          <p:cNvSpPr/>
          <p:nvPr/>
        </p:nvSpPr>
        <p:spPr>
          <a:xfrm>
            <a:off x="8716185" y="5901234"/>
            <a:ext cx="1764522" cy="81364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Purchasing processes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71632E-2637-54CF-8F51-019D28F11EBF}"/>
              </a:ext>
            </a:extLst>
          </p:cNvPr>
          <p:cNvSpPr txBox="1"/>
          <p:nvPr/>
        </p:nvSpPr>
        <p:spPr>
          <a:xfrm>
            <a:off x="822851" y="6145826"/>
            <a:ext cx="169324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User </a:t>
            </a:r>
            <a:r>
              <a:rPr lang="en-US" sz="1000" dirty="0" err="1"/>
              <a:t>mgmnt</a:t>
            </a:r>
            <a:r>
              <a:rPr lang="en-US" sz="1000" dirty="0"/>
              <a:t> 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3CCA2D-E22B-6C79-BA87-5815DDC878A4}"/>
              </a:ext>
            </a:extLst>
          </p:cNvPr>
          <p:cNvSpPr txBox="1"/>
          <p:nvPr/>
        </p:nvSpPr>
        <p:spPr>
          <a:xfrm>
            <a:off x="7868389" y="2616281"/>
            <a:ext cx="182117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Project </a:t>
            </a:r>
            <a:r>
              <a:rPr lang="en-US" sz="1000" dirty="0" err="1"/>
              <a:t>mgmt</a:t>
            </a:r>
            <a:r>
              <a:rPr lang="en-US" sz="1000" dirty="0"/>
              <a:t> process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90EA1B-1945-734A-CA5C-F3D235D77B56}"/>
              </a:ext>
            </a:extLst>
          </p:cNvPr>
          <p:cNvSpPr txBox="1"/>
          <p:nvPr/>
        </p:nvSpPr>
        <p:spPr>
          <a:xfrm>
            <a:off x="7868387" y="3186785"/>
            <a:ext cx="182117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Risk management process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AF4BC19-20EB-2165-46FA-2A54464113B1}"/>
              </a:ext>
            </a:extLst>
          </p:cNvPr>
          <p:cNvSpPr txBox="1"/>
          <p:nvPr/>
        </p:nvSpPr>
        <p:spPr>
          <a:xfrm>
            <a:off x="820536" y="6436007"/>
            <a:ext cx="169324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IT management process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6DA3928-3E0E-DDF6-66B4-694C53A0ADB4}"/>
              </a:ext>
            </a:extLst>
          </p:cNvPr>
          <p:cNvSpPr/>
          <p:nvPr/>
        </p:nvSpPr>
        <p:spPr>
          <a:xfrm>
            <a:off x="10606398" y="3575946"/>
            <a:ext cx="1544655" cy="32213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Delivery process</a:t>
            </a:r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  <a:p>
            <a:pPr algn="ctr"/>
            <a:endParaRPr lang="en-US" sz="900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3D3711-1D22-5279-5FE4-78FBA54B64AA}"/>
              </a:ext>
            </a:extLst>
          </p:cNvPr>
          <p:cNvSpPr txBox="1"/>
          <p:nvPr/>
        </p:nvSpPr>
        <p:spPr>
          <a:xfrm>
            <a:off x="7868387" y="2899954"/>
            <a:ext cx="1821179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Product </a:t>
            </a:r>
            <a:r>
              <a:rPr lang="en-US" sz="1000" dirty="0" err="1"/>
              <a:t>mgmt</a:t>
            </a:r>
            <a:r>
              <a:rPr lang="en-US" sz="1000" dirty="0"/>
              <a:t> process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E290AAA-F501-6A93-E0A8-900D801546EC}"/>
              </a:ext>
            </a:extLst>
          </p:cNvPr>
          <p:cNvSpPr txBox="1"/>
          <p:nvPr/>
        </p:nvSpPr>
        <p:spPr>
          <a:xfrm>
            <a:off x="9905313" y="2632234"/>
            <a:ext cx="176314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Business architecture and process organization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D443BF-3E62-9C56-1AC9-48825BD030A2}"/>
              </a:ext>
            </a:extLst>
          </p:cNvPr>
          <p:cNvSpPr txBox="1"/>
          <p:nvPr/>
        </p:nvSpPr>
        <p:spPr>
          <a:xfrm>
            <a:off x="9918657" y="3053120"/>
            <a:ext cx="1763149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Governance and Corporate Identity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9161F4-D173-BCA1-216E-FED4D9790E0D}"/>
              </a:ext>
            </a:extLst>
          </p:cNvPr>
          <p:cNvSpPr/>
          <p:nvPr/>
        </p:nvSpPr>
        <p:spPr>
          <a:xfrm>
            <a:off x="-25249" y="2310001"/>
            <a:ext cx="1863916" cy="34430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900" b="1" dirty="0"/>
              <a:t>Acquisition and Innovation processes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B73F33-65C7-F48D-095E-602055B3F66E}"/>
              </a:ext>
            </a:extLst>
          </p:cNvPr>
          <p:cNvSpPr txBox="1"/>
          <p:nvPr/>
        </p:nvSpPr>
        <p:spPr>
          <a:xfrm>
            <a:off x="29819" y="3082785"/>
            <a:ext cx="175378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Acquisition Pull process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0359EF-B2A7-2FB1-DC64-0C26ECF1895A}"/>
              </a:ext>
            </a:extLst>
          </p:cNvPr>
          <p:cNvSpPr txBox="1"/>
          <p:nvPr/>
        </p:nvSpPr>
        <p:spPr>
          <a:xfrm>
            <a:off x="29819" y="3603560"/>
            <a:ext cx="175378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Acquisition push process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E0AE95-9BB3-4450-ED35-9F4A706738EC}"/>
              </a:ext>
            </a:extLst>
          </p:cNvPr>
          <p:cNvSpPr txBox="1"/>
          <p:nvPr/>
        </p:nvSpPr>
        <p:spPr>
          <a:xfrm>
            <a:off x="33568" y="4580553"/>
            <a:ext cx="175378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Innovation pull process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F19AD7-39B8-6ACE-2DE0-51E87AF28B99}"/>
              </a:ext>
            </a:extLst>
          </p:cNvPr>
          <p:cNvSpPr txBox="1"/>
          <p:nvPr/>
        </p:nvSpPr>
        <p:spPr>
          <a:xfrm>
            <a:off x="33568" y="5087375"/>
            <a:ext cx="1753780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Innovation push process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A63CB9-77AC-680D-AC11-D56353209B9F}"/>
              </a:ext>
            </a:extLst>
          </p:cNvPr>
          <p:cNvSpPr txBox="1"/>
          <p:nvPr/>
        </p:nvSpPr>
        <p:spPr>
          <a:xfrm>
            <a:off x="10780309" y="4003102"/>
            <a:ext cx="119973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Delivery process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AD8A62B-7B09-014C-2E06-F28AC44B74B4}"/>
              </a:ext>
            </a:extLst>
          </p:cNvPr>
          <p:cNvSpPr txBox="1"/>
          <p:nvPr/>
        </p:nvSpPr>
        <p:spPr>
          <a:xfrm>
            <a:off x="10780308" y="4551206"/>
            <a:ext cx="119973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Update process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8C8983-367A-7D53-79E0-7EABAEFFC59B}"/>
              </a:ext>
            </a:extLst>
          </p:cNvPr>
          <p:cNvSpPr txBox="1"/>
          <p:nvPr/>
        </p:nvSpPr>
        <p:spPr>
          <a:xfrm>
            <a:off x="10780311" y="4989708"/>
            <a:ext cx="119973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CRI process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D719564-E9C3-2F57-DF6A-D2E2C6E9DF46}"/>
              </a:ext>
            </a:extLst>
          </p:cNvPr>
          <p:cNvSpPr txBox="1"/>
          <p:nvPr/>
        </p:nvSpPr>
        <p:spPr>
          <a:xfrm>
            <a:off x="5496131" y="3953432"/>
            <a:ext cx="212996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Product engineering process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0A114DC-5406-1251-D671-80EDFB880A33}"/>
              </a:ext>
            </a:extLst>
          </p:cNvPr>
          <p:cNvSpPr txBox="1"/>
          <p:nvPr/>
        </p:nvSpPr>
        <p:spPr>
          <a:xfrm>
            <a:off x="7944853" y="4143290"/>
            <a:ext cx="212996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Product marketing  process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E7A9BBE-B98B-8681-B519-B32EFD775D8B}"/>
              </a:ext>
            </a:extLst>
          </p:cNvPr>
          <p:cNvSpPr txBox="1"/>
          <p:nvPr/>
        </p:nvSpPr>
        <p:spPr>
          <a:xfrm>
            <a:off x="5496131" y="4387316"/>
            <a:ext cx="212996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Product training  process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CDFAF4F-C523-8D59-F897-27AA64ADE251}"/>
              </a:ext>
            </a:extLst>
          </p:cNvPr>
          <p:cNvSpPr txBox="1"/>
          <p:nvPr/>
        </p:nvSpPr>
        <p:spPr>
          <a:xfrm>
            <a:off x="7944852" y="4511552"/>
            <a:ext cx="2129963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Product prototyping and manufacturing   process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F68879C-C753-5C0B-313D-F17F5C2B1491}"/>
              </a:ext>
            </a:extLst>
          </p:cNvPr>
          <p:cNvSpPr txBox="1"/>
          <p:nvPr/>
        </p:nvSpPr>
        <p:spPr>
          <a:xfrm>
            <a:off x="5496131" y="4814659"/>
            <a:ext cx="212996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Product recycling  process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ED0B36-0FC1-F562-A107-047822487CB6}"/>
              </a:ext>
            </a:extLst>
          </p:cNvPr>
          <p:cNvSpPr txBox="1"/>
          <p:nvPr/>
        </p:nvSpPr>
        <p:spPr>
          <a:xfrm>
            <a:off x="2039700" y="3938947"/>
            <a:ext cx="212996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Application selection process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2F0661-D47D-26F8-961D-FD3A97CE7081}"/>
              </a:ext>
            </a:extLst>
          </p:cNvPr>
          <p:cNvSpPr txBox="1"/>
          <p:nvPr/>
        </p:nvSpPr>
        <p:spPr>
          <a:xfrm>
            <a:off x="2028610" y="4349362"/>
            <a:ext cx="212996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Internship process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99FAB4C-06D1-2776-32A1-29BA897FAFD4}"/>
              </a:ext>
            </a:extLst>
          </p:cNvPr>
          <p:cNvSpPr txBox="1"/>
          <p:nvPr/>
        </p:nvSpPr>
        <p:spPr>
          <a:xfrm>
            <a:off x="2039700" y="4731798"/>
            <a:ext cx="2129963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Scholars workshop process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6489714-423E-3609-9812-84D76572A2D3}"/>
              </a:ext>
            </a:extLst>
          </p:cNvPr>
          <p:cNvSpPr txBox="1"/>
          <p:nvPr/>
        </p:nvSpPr>
        <p:spPr>
          <a:xfrm>
            <a:off x="2752289" y="6143836"/>
            <a:ext cx="1693248" cy="24622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000" dirty="0"/>
              <a:t>License </a:t>
            </a:r>
            <a:r>
              <a:rPr lang="en-US" sz="1000" dirty="0" err="1"/>
              <a:t>mgmnt</a:t>
            </a:r>
            <a:r>
              <a:rPr lang="en-US" sz="1000" dirty="0"/>
              <a:t> process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99DA8FF4-18C3-839B-7548-926B6CE8EFE6}"/>
              </a:ext>
            </a:extLst>
          </p:cNvPr>
          <p:cNvSpPr/>
          <p:nvPr/>
        </p:nvSpPr>
        <p:spPr>
          <a:xfrm>
            <a:off x="569651" y="3804724"/>
            <a:ext cx="470348" cy="40011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48B0BD1A-D5D9-C4E8-2F31-B22042EC7FA7}"/>
              </a:ext>
            </a:extLst>
          </p:cNvPr>
          <p:cNvSpPr/>
          <p:nvPr/>
        </p:nvSpPr>
        <p:spPr>
          <a:xfrm>
            <a:off x="585362" y="5306487"/>
            <a:ext cx="470348" cy="40011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C7A86749-81D9-4551-EA2E-211FEE8F8192}"/>
              </a:ext>
            </a:extLst>
          </p:cNvPr>
          <p:cNvSpPr/>
          <p:nvPr/>
        </p:nvSpPr>
        <p:spPr>
          <a:xfrm>
            <a:off x="8079053" y="2539336"/>
            <a:ext cx="470348" cy="40011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50209B06-202D-0181-1665-C392BFE3247B}"/>
              </a:ext>
            </a:extLst>
          </p:cNvPr>
          <p:cNvSpPr/>
          <p:nvPr/>
        </p:nvSpPr>
        <p:spPr>
          <a:xfrm>
            <a:off x="7474504" y="3918835"/>
            <a:ext cx="470348" cy="40011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36A360E1-6FF7-6E67-752D-09D76E47182D}"/>
              </a:ext>
            </a:extLst>
          </p:cNvPr>
          <p:cNvSpPr/>
          <p:nvPr/>
        </p:nvSpPr>
        <p:spPr>
          <a:xfrm>
            <a:off x="11412538" y="3108766"/>
            <a:ext cx="470348" cy="40011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AC4909B7-658B-FAEC-8E78-5A8D2DBBE5F7}"/>
              </a:ext>
            </a:extLst>
          </p:cNvPr>
          <p:cNvSpPr/>
          <p:nvPr/>
        </p:nvSpPr>
        <p:spPr>
          <a:xfrm>
            <a:off x="11445169" y="2632234"/>
            <a:ext cx="470348" cy="40011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180BFF95-5C2A-7F81-6A79-AA4F6D6AF4BC}"/>
              </a:ext>
            </a:extLst>
          </p:cNvPr>
          <p:cNvSpPr/>
          <p:nvPr/>
        </p:nvSpPr>
        <p:spPr>
          <a:xfrm>
            <a:off x="5282315" y="2501254"/>
            <a:ext cx="470348" cy="400110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717451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AC3A13-2EF2-F9F3-BB51-374EA8B84B71}"/>
              </a:ext>
            </a:extLst>
          </p:cNvPr>
          <p:cNvSpPr/>
          <p:nvPr/>
        </p:nvSpPr>
        <p:spPr>
          <a:xfrm>
            <a:off x="2243064" y="2784955"/>
            <a:ext cx="9712960" cy="38926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PLM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75B560-A594-3AB2-AEDA-C083B2321612}"/>
              </a:ext>
            </a:extLst>
          </p:cNvPr>
          <p:cNvSpPr/>
          <p:nvPr/>
        </p:nvSpPr>
        <p:spPr>
          <a:xfrm>
            <a:off x="2358982" y="3813983"/>
            <a:ext cx="7796093" cy="27585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i="1" dirty="0">
                <a:solidFill>
                  <a:srgbClr val="0070C0"/>
                </a:solidFill>
              </a:rPr>
              <a:t>Product development  tools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9858DC8-FE2C-4249-AA65-FAAE899D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African Machinery Technologies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209BA5-CD19-4431-9704-7382FB0B6B3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37747" y="1589850"/>
            <a:ext cx="7374732" cy="55640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b="1" dirty="0"/>
              <a:t>IT- Tools Landscape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A40FF5-0020-4198-1BE7-BBA91C4111B1}"/>
              </a:ext>
            </a:extLst>
          </p:cNvPr>
          <p:cNvSpPr/>
          <p:nvPr/>
        </p:nvSpPr>
        <p:spPr>
          <a:xfrm>
            <a:off x="64609" y="2319333"/>
            <a:ext cx="11891415" cy="37377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i="1" dirty="0">
                <a:solidFill>
                  <a:srgbClr val="0070C0"/>
                </a:solidFill>
              </a:rPr>
              <a:t>Website, WhatsApp, LinkedIn, Instagram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C2338F-73FD-4C72-EA96-F032D02D0C77}"/>
              </a:ext>
            </a:extLst>
          </p:cNvPr>
          <p:cNvSpPr/>
          <p:nvPr/>
        </p:nvSpPr>
        <p:spPr>
          <a:xfrm>
            <a:off x="4333633" y="3103995"/>
            <a:ext cx="1904942" cy="477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</a:t>
            </a:r>
            <a:r>
              <a:rPr lang="en-US" dirty="0" err="1"/>
              <a:t>arketing</a:t>
            </a:r>
            <a:r>
              <a:rPr lang="en-US" dirty="0"/>
              <a:t> tools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396330-E19A-A0FE-0293-61C031BD92A4}"/>
              </a:ext>
            </a:extLst>
          </p:cNvPr>
          <p:cNvSpPr/>
          <p:nvPr/>
        </p:nvSpPr>
        <p:spPr>
          <a:xfrm>
            <a:off x="64608" y="2784956"/>
            <a:ext cx="2090569" cy="389268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 b="1" i="1" dirty="0">
                <a:solidFill>
                  <a:srgbClr val="0070C0"/>
                </a:solidFill>
              </a:rPr>
              <a:t>Collaboration &amp; Cloud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FB7251F-74F4-AE14-B4D3-0AFD38E58035}"/>
              </a:ext>
            </a:extLst>
          </p:cNvPr>
          <p:cNvSpPr/>
          <p:nvPr/>
        </p:nvSpPr>
        <p:spPr>
          <a:xfrm>
            <a:off x="2471074" y="4468719"/>
            <a:ext cx="7535002" cy="4618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Requirement management tool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FFE7CC-34C0-9267-0B32-98D0A0541FEC}"/>
              </a:ext>
            </a:extLst>
          </p:cNvPr>
          <p:cNvSpPr/>
          <p:nvPr/>
        </p:nvSpPr>
        <p:spPr>
          <a:xfrm>
            <a:off x="7743037" y="3119718"/>
            <a:ext cx="2412037" cy="477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QM tool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80F5A6-C339-9822-6C22-89B3195DF545}"/>
              </a:ext>
            </a:extLst>
          </p:cNvPr>
          <p:cNvSpPr/>
          <p:nvPr/>
        </p:nvSpPr>
        <p:spPr>
          <a:xfrm>
            <a:off x="10226846" y="4888738"/>
            <a:ext cx="1657406" cy="88477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ERP Tool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26121E-985D-82EB-41EA-820B6EDC30A6}"/>
              </a:ext>
            </a:extLst>
          </p:cNvPr>
          <p:cNvSpPr/>
          <p:nvPr/>
        </p:nvSpPr>
        <p:spPr>
          <a:xfrm>
            <a:off x="10226847" y="3849761"/>
            <a:ext cx="1657405" cy="9307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CRM Tool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68938C-9146-26BC-C533-7A65B97E4F04}"/>
              </a:ext>
            </a:extLst>
          </p:cNvPr>
          <p:cNvSpPr/>
          <p:nvPr/>
        </p:nvSpPr>
        <p:spPr>
          <a:xfrm>
            <a:off x="4947250" y="5159002"/>
            <a:ext cx="1641236" cy="4694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Solidworks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69A74B-5D3C-39E8-9F95-F9B915D75FA3}"/>
              </a:ext>
            </a:extLst>
          </p:cNvPr>
          <p:cNvSpPr/>
          <p:nvPr/>
        </p:nvSpPr>
        <p:spPr>
          <a:xfrm>
            <a:off x="6692386" y="5164974"/>
            <a:ext cx="1641236" cy="4694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Proteus HW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31A60C-6212-A237-47BA-56B130CFB74C}"/>
              </a:ext>
            </a:extLst>
          </p:cNvPr>
          <p:cNvSpPr/>
          <p:nvPr/>
        </p:nvSpPr>
        <p:spPr>
          <a:xfrm>
            <a:off x="8448720" y="5177487"/>
            <a:ext cx="1557356" cy="4618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Visual studio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6D537F-74BA-662E-1D37-D781E9095272}"/>
              </a:ext>
            </a:extLst>
          </p:cNvPr>
          <p:cNvSpPr/>
          <p:nvPr/>
        </p:nvSpPr>
        <p:spPr>
          <a:xfrm>
            <a:off x="2471074" y="5862932"/>
            <a:ext cx="7535002" cy="3957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M</a:t>
            </a:r>
            <a:r>
              <a:rPr lang="en-US" dirty="0" err="1">
                <a:solidFill>
                  <a:schemeClr val="tx1"/>
                </a:solidFill>
              </a:rPr>
              <a:t>atlab</a:t>
            </a:r>
            <a:r>
              <a:rPr lang="en-US" dirty="0">
                <a:solidFill>
                  <a:schemeClr val="tx1"/>
                </a:solidFill>
              </a:rPr>
              <a:t> Simulink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AF111EF-2149-46E1-2C55-9A408DAE4CBA}"/>
              </a:ext>
            </a:extLst>
          </p:cNvPr>
          <p:cNvSpPr/>
          <p:nvPr/>
        </p:nvSpPr>
        <p:spPr>
          <a:xfrm>
            <a:off x="2471075" y="5166677"/>
            <a:ext cx="2357670" cy="46181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C</a:t>
            </a:r>
            <a:r>
              <a:rPr lang="en-US" dirty="0" err="1">
                <a:solidFill>
                  <a:schemeClr val="tx1"/>
                </a:solidFill>
              </a:rPr>
              <a:t>appella</a:t>
            </a:r>
            <a:r>
              <a:rPr lang="en-US" dirty="0">
                <a:solidFill>
                  <a:schemeClr val="tx1"/>
                </a:solidFill>
              </a:rPr>
              <a:t> MBSE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B10D14F-2B52-1DD8-C2EC-C21A38A6A7C6}"/>
              </a:ext>
            </a:extLst>
          </p:cNvPr>
          <p:cNvSpPr/>
          <p:nvPr/>
        </p:nvSpPr>
        <p:spPr>
          <a:xfrm>
            <a:off x="201107" y="5491410"/>
            <a:ext cx="1852317" cy="477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Jira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211057-9E10-64DC-C420-99780E946699}"/>
              </a:ext>
            </a:extLst>
          </p:cNvPr>
          <p:cNvSpPr/>
          <p:nvPr/>
        </p:nvSpPr>
        <p:spPr>
          <a:xfrm>
            <a:off x="190198" y="6060782"/>
            <a:ext cx="1863225" cy="477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Github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5E72222-2FAD-1B37-7C38-97983CA4BBB5}"/>
              </a:ext>
            </a:extLst>
          </p:cNvPr>
          <p:cNvSpPr/>
          <p:nvPr/>
        </p:nvSpPr>
        <p:spPr>
          <a:xfrm>
            <a:off x="190199" y="4920242"/>
            <a:ext cx="1863226" cy="477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>
                <a:solidFill>
                  <a:schemeClr val="tx1"/>
                </a:solidFill>
              </a:rPr>
              <a:t>Firebase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706452-69E2-1FEC-AF9D-3E64EB49CB6A}"/>
              </a:ext>
            </a:extLst>
          </p:cNvPr>
          <p:cNvSpPr/>
          <p:nvPr/>
        </p:nvSpPr>
        <p:spPr>
          <a:xfrm>
            <a:off x="169599" y="4211536"/>
            <a:ext cx="1883826" cy="60646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Team </a:t>
            </a:r>
            <a:r>
              <a:rPr lang="de-DE" dirty="0" err="1">
                <a:solidFill>
                  <a:schemeClr val="tx1"/>
                </a:solidFill>
              </a:rPr>
              <a:t>viewer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526896-BB80-5246-8EA5-4B29971235F4}"/>
              </a:ext>
            </a:extLst>
          </p:cNvPr>
          <p:cNvSpPr/>
          <p:nvPr/>
        </p:nvSpPr>
        <p:spPr>
          <a:xfrm>
            <a:off x="2344272" y="3103995"/>
            <a:ext cx="1904942" cy="477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Inno </a:t>
            </a:r>
            <a:r>
              <a:rPr lang="en-US" dirty="0"/>
              <a:t>tools</a:t>
            </a:r>
          </a:p>
        </p:txBody>
      </p:sp>
    </p:spTree>
    <p:extLst>
      <p:ext uri="{BB962C8B-B14F-4D97-AF65-F5344CB8AC3E}">
        <p14:creationId xmlns:p14="http://schemas.microsoft.com/office/powerpoint/2010/main" val="342077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58DC8-FE2C-4249-AA65-FAAE899D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African Machinery Technologies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209BA5-CD19-4431-9704-7382FB0B6B3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47907" y="1239873"/>
            <a:ext cx="7374732" cy="55640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b="1" dirty="0"/>
              <a:t>Enterprise governance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6E001D9-6040-61DA-164D-71C68CE9BA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00499104"/>
              </p:ext>
            </p:extLst>
          </p:nvPr>
        </p:nvGraphicFramePr>
        <p:xfrm>
          <a:off x="3049740" y="2311879"/>
          <a:ext cx="7065033" cy="4339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24081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58DC8-FE2C-4249-AA65-FAAE899D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African Machinery Technologies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209BA5-CD19-4431-9704-7382FB0B6B3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47907" y="1239873"/>
            <a:ext cx="7374732" cy="55640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b="1" dirty="0"/>
              <a:t>Enterprise governance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B6E001D9-6040-61DA-164D-71C68CE9BA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31587287"/>
              </p:ext>
            </p:extLst>
          </p:nvPr>
        </p:nvGraphicFramePr>
        <p:xfrm>
          <a:off x="3049740" y="2311879"/>
          <a:ext cx="7065033" cy="43390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14781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58DC8-FE2C-4249-AA65-FAAE899D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African Machinery Technologies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209BA5-CD19-4431-9704-7382FB0B6B3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47907" y="1239873"/>
            <a:ext cx="7374732" cy="55640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3200" b="1" dirty="0"/>
              <a:t>Enterprise governance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B8350F34-15B1-98C2-677B-D0263B5FC7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2458546"/>
              </p:ext>
            </p:extLst>
          </p:nvPr>
        </p:nvGraphicFramePr>
        <p:xfrm>
          <a:off x="2032001" y="1946837"/>
          <a:ext cx="4170391" cy="48507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E0FCC8F-6FF3-BF11-AAF9-EBAD303DC668}"/>
              </a:ext>
            </a:extLst>
          </p:cNvPr>
          <p:cNvSpPr txBox="1"/>
          <p:nvPr/>
        </p:nvSpPr>
        <p:spPr>
          <a:xfrm>
            <a:off x="224287" y="4106883"/>
            <a:ext cx="1627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Acquisition Manager</a:t>
            </a:r>
          </a:p>
        </p:txBody>
      </p:sp>
    </p:spTree>
    <p:extLst>
      <p:ext uri="{BB962C8B-B14F-4D97-AF65-F5344CB8AC3E}">
        <p14:creationId xmlns:p14="http://schemas.microsoft.com/office/powerpoint/2010/main" val="137620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858DC8-FE2C-4249-AA65-FAAE899D6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African Machinery Technologies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0209BA5-CD19-4431-9704-7382FB0B6B3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698167" y="2219999"/>
            <a:ext cx="7374732" cy="86201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/>
              <a:t>List of work packages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C1F5B1-13C1-5D30-D536-60750FAEF8DB}"/>
              </a:ext>
            </a:extLst>
          </p:cNvPr>
          <p:cNvSpPr txBox="1"/>
          <p:nvPr/>
        </p:nvSpPr>
        <p:spPr>
          <a:xfrm>
            <a:off x="348343" y="2311879"/>
            <a:ext cx="11599243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/>
              <a:t>Capabilities:</a:t>
            </a:r>
          </a:p>
          <a:p>
            <a:endParaRPr lang="en-US" dirty="0"/>
          </a:p>
          <a:p>
            <a:r>
              <a:rPr lang="en-US" sz="1400" dirty="0"/>
              <a:t>Create a first draft of a business process  business process landscape </a:t>
            </a:r>
          </a:p>
          <a:p>
            <a:r>
              <a:rPr lang="en-US" sz="1400" dirty="0"/>
              <a:t>create enterprise process landscape</a:t>
            </a:r>
          </a:p>
          <a:p>
            <a:endParaRPr lang="en-US" sz="1400" dirty="0"/>
          </a:p>
          <a:p>
            <a:r>
              <a:rPr lang="en-US" sz="1400" dirty="0"/>
              <a:t>	- </a:t>
            </a:r>
            <a:r>
              <a:rPr lang="en-US" sz="1400" i="1" dirty="0"/>
              <a:t>Project and program management</a:t>
            </a:r>
          </a:p>
          <a:p>
            <a:r>
              <a:rPr lang="en-US" sz="1400" i="1" dirty="0"/>
              <a:t>	- Define value streams</a:t>
            </a:r>
          </a:p>
          <a:p>
            <a:r>
              <a:rPr lang="en-US" sz="1400" i="1" dirty="0"/>
              <a:t>	- business processes according to value streams and organization processes</a:t>
            </a:r>
          </a:p>
          <a:p>
            <a:endParaRPr lang="en-US" sz="1400" dirty="0"/>
          </a:p>
          <a:p>
            <a:r>
              <a:rPr lang="en-US" sz="1400" dirty="0"/>
              <a:t>Create a first organizational draft of the structure</a:t>
            </a:r>
          </a:p>
          <a:p>
            <a:endParaRPr lang="en-US" sz="1400" dirty="0"/>
          </a:p>
          <a:p>
            <a:r>
              <a:rPr lang="en-US" sz="1400" dirty="0"/>
              <a:t>Create a skill and competence matrix for all processes</a:t>
            </a:r>
          </a:p>
          <a:p>
            <a:r>
              <a:rPr lang="en-US" sz="1400" dirty="0"/>
              <a:t>Create curricula for all relevant roles</a:t>
            </a:r>
          </a:p>
          <a:p>
            <a:r>
              <a:rPr lang="en-US" sz="1400" dirty="0"/>
              <a:t>Assign roles and functions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R: Bertrand, Steve</a:t>
            </a:r>
          </a:p>
          <a:p>
            <a:r>
              <a:rPr lang="en-US" sz="1400" dirty="0"/>
              <a:t>D: 30.08.2024</a:t>
            </a:r>
          </a:p>
        </p:txBody>
      </p:sp>
    </p:spTree>
    <p:extLst>
      <p:ext uri="{BB962C8B-B14F-4D97-AF65-F5344CB8AC3E}">
        <p14:creationId xmlns:p14="http://schemas.microsoft.com/office/powerpoint/2010/main" val="41202620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-Sitzungssaal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TM02900722[[fn=Ion-Lila]]</Template>
  <TotalTime>0</TotalTime>
  <Words>1153</Words>
  <Application>Microsoft Office PowerPoint</Application>
  <PresentationFormat>Widescreen</PresentationFormat>
  <Paragraphs>364</Paragraphs>
  <Slides>10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Ion-Sitzungssaal</vt:lpstr>
      <vt:lpstr>African Machinery Technologies</vt:lpstr>
      <vt:lpstr>African Machinery Technologies</vt:lpstr>
      <vt:lpstr>African Machinery Technologies</vt:lpstr>
      <vt:lpstr>African Machinery Technologies</vt:lpstr>
      <vt:lpstr>African Machinery Technologies</vt:lpstr>
      <vt:lpstr>African Machinery Technologies</vt:lpstr>
      <vt:lpstr>African Machinery Technologies</vt:lpstr>
      <vt:lpstr>African Machinery Technologies</vt:lpstr>
      <vt:lpstr>African Machinery Technologies</vt:lpstr>
      <vt:lpstr>African Machinery Technologies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African Machinery Technologies</dc:title>
  <dc:creator>Zambou Serge</dc:creator>
  <cp:lastModifiedBy>Zambou Serge</cp:lastModifiedBy>
  <cp:revision>78</cp:revision>
  <dcterms:created xsi:type="dcterms:W3CDTF">2021-02-07T18:41:51Z</dcterms:created>
  <dcterms:modified xsi:type="dcterms:W3CDTF">2024-09-13T08:35:39Z</dcterms:modified>
</cp:coreProperties>
</file>